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5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hyperlink" Target="https://www.atlassian.com/incident-management/devops/you-built-it-you-run-it" TargetMode="Externa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to/jpswade/who-s-bug-is-it-anyway-aka-handling-the-on-call-rota-11m6" TargetMode="External"/><Relationship Id="rId1" Type="http://schemas.openxmlformats.org/officeDocument/2006/relationships/hyperlink" Target="https://netflixtechblog.com/full-cycle-developers-at-netflix-a08c31f83249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www.atlassian.com/incident-management/devops/you-built-it-you-run-it" TargetMode="External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to/jpswade/who-s-bug-is-it-anyway-aka-handling-the-on-call-rota-11m6" TargetMode="External"/><Relationship Id="rId1" Type="http://schemas.openxmlformats.org/officeDocument/2006/relationships/hyperlink" Target="https://netflixtechblog.com/full-cycle-developers-at-netflix-a08c31f83249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B050BF-090F-426F-8F29-DC34FEAF665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/>
        <a:lstStyle/>
        <a:p>
          <a:endParaRPr lang="en-US"/>
        </a:p>
      </dgm:t>
    </dgm:pt>
    <dgm:pt modelId="{00501CE2-0DDD-4161-B3F9-2BF22FA026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 shared responsibility model where engineers rotate on-call to handle incidents.</a:t>
          </a:r>
          <a:endParaRPr lang="en-US"/>
        </a:p>
      </dgm:t>
    </dgm:pt>
    <dgm:pt modelId="{678BC1BE-898E-4989-A283-0D218F61473D}" type="parTrans" cxnId="{6216314E-56F8-44F2-B057-A0AE9E955F04}">
      <dgm:prSet/>
      <dgm:spPr/>
      <dgm:t>
        <a:bodyPr/>
        <a:lstStyle/>
        <a:p>
          <a:endParaRPr lang="en-US"/>
        </a:p>
      </dgm:t>
    </dgm:pt>
    <dgm:pt modelId="{B96E1C30-6F9B-4181-B80F-7E65501CB61D}" type="sibTrans" cxnId="{6216314E-56F8-44F2-B057-A0AE9E955F0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C122984-20D6-4A77-9007-E7B7297E66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Helps detect and resolve production issues quickly.</a:t>
          </a:r>
          <a:endParaRPr lang="en-US"/>
        </a:p>
      </dgm:t>
    </dgm:pt>
    <dgm:pt modelId="{4DFB2F9C-1334-4E1D-89E5-03BC3F039AD3}" type="parTrans" cxnId="{2486E553-4356-4BDB-9E5D-07F900DC2904}">
      <dgm:prSet/>
      <dgm:spPr/>
      <dgm:t>
        <a:bodyPr/>
        <a:lstStyle/>
        <a:p>
          <a:endParaRPr lang="en-US"/>
        </a:p>
      </dgm:t>
    </dgm:pt>
    <dgm:pt modelId="{B1733221-3EE5-431F-8CB8-05183AA97C72}" type="sibTrans" cxnId="{2486E553-4356-4BDB-9E5D-07F900DC290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3A7398B-03E5-41CD-87C2-CA29B4831F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Core to DevOps culture: </a:t>
          </a:r>
          <a:r>
            <a:rPr lang="en-US" b="0" i="0" baseline="0">
              <a:hlinkClick xmlns:r="http://schemas.openxmlformats.org/officeDocument/2006/relationships" r:id="rId1"/>
            </a:rPr>
            <a:t>“You build it, you run it.”</a:t>
          </a:r>
          <a:endParaRPr lang="en-US"/>
        </a:p>
      </dgm:t>
    </dgm:pt>
    <dgm:pt modelId="{D32201E0-94D2-436B-8188-62429AE968FA}" type="parTrans" cxnId="{2F461933-C662-473B-BA68-D5CC1FD9E18A}">
      <dgm:prSet/>
      <dgm:spPr/>
      <dgm:t>
        <a:bodyPr/>
        <a:lstStyle/>
        <a:p>
          <a:endParaRPr lang="en-US"/>
        </a:p>
      </dgm:t>
    </dgm:pt>
    <dgm:pt modelId="{175BD9E9-8C8C-488C-9F51-E5742F768218}" type="sibTrans" cxnId="{2F461933-C662-473B-BA68-D5CC1FD9E18A}">
      <dgm:prSet/>
      <dgm:spPr/>
      <dgm:t>
        <a:bodyPr/>
        <a:lstStyle/>
        <a:p>
          <a:endParaRPr lang="en-US"/>
        </a:p>
      </dgm:t>
    </dgm:pt>
    <dgm:pt modelId="{545AFA58-623B-4A1A-828A-04BAB5C7CEF8}" type="pres">
      <dgm:prSet presAssocID="{B2B050BF-090F-426F-8F29-DC34FEAF665A}" presName="root" presStyleCnt="0">
        <dgm:presLayoutVars>
          <dgm:dir/>
          <dgm:resizeHandles val="exact"/>
        </dgm:presLayoutVars>
      </dgm:prSet>
      <dgm:spPr/>
    </dgm:pt>
    <dgm:pt modelId="{2E072474-39CE-411D-B8F9-D9ACB85AE175}" type="pres">
      <dgm:prSet presAssocID="{B2B050BF-090F-426F-8F29-DC34FEAF665A}" presName="container" presStyleCnt="0">
        <dgm:presLayoutVars>
          <dgm:dir/>
          <dgm:resizeHandles val="exact"/>
        </dgm:presLayoutVars>
      </dgm:prSet>
      <dgm:spPr/>
    </dgm:pt>
    <dgm:pt modelId="{D023AA1C-2700-4515-AA11-0568C5AD08B2}" type="pres">
      <dgm:prSet presAssocID="{00501CE2-0DDD-4161-B3F9-2BF22FA02676}" presName="compNode" presStyleCnt="0"/>
      <dgm:spPr/>
    </dgm:pt>
    <dgm:pt modelId="{6BF1E30B-9BF0-45E0-9D0A-EA075E049276}" type="pres">
      <dgm:prSet presAssocID="{00501CE2-0DDD-4161-B3F9-2BF22FA02676}" presName="iconBgRect" presStyleLbl="bgShp" presStyleIdx="0" presStyleCnt="3"/>
      <dgm:spPr/>
    </dgm:pt>
    <dgm:pt modelId="{34E5A007-CC0A-4793-9FAD-ABD5DDC701B9}" type="pres">
      <dgm:prSet presAssocID="{00501CE2-0DDD-4161-B3F9-2BF22FA02676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FDA0B53E-EFC3-4898-B2F0-1EEA43F3D851}" type="pres">
      <dgm:prSet presAssocID="{00501CE2-0DDD-4161-B3F9-2BF22FA02676}" presName="spaceRect" presStyleCnt="0"/>
      <dgm:spPr/>
    </dgm:pt>
    <dgm:pt modelId="{F5D5E0FC-7701-4674-A175-EA418CDBA4F0}" type="pres">
      <dgm:prSet presAssocID="{00501CE2-0DDD-4161-B3F9-2BF22FA02676}" presName="textRect" presStyleLbl="revTx" presStyleIdx="0" presStyleCnt="3">
        <dgm:presLayoutVars>
          <dgm:chMax val="1"/>
          <dgm:chPref val="1"/>
        </dgm:presLayoutVars>
      </dgm:prSet>
      <dgm:spPr/>
    </dgm:pt>
    <dgm:pt modelId="{2758C95F-6111-4EBC-9AD2-74B215A0D53A}" type="pres">
      <dgm:prSet presAssocID="{B96E1C30-6F9B-4181-B80F-7E65501CB61D}" presName="sibTrans" presStyleLbl="sibTrans2D1" presStyleIdx="0" presStyleCnt="0"/>
      <dgm:spPr/>
    </dgm:pt>
    <dgm:pt modelId="{BF195B5B-4E20-43B6-AAFB-BFBA6CEC71CD}" type="pres">
      <dgm:prSet presAssocID="{EC122984-20D6-4A77-9007-E7B7297E669D}" presName="compNode" presStyleCnt="0"/>
      <dgm:spPr/>
    </dgm:pt>
    <dgm:pt modelId="{73DFBFE2-7AF2-46E3-9E1B-EFD199E1B0FA}" type="pres">
      <dgm:prSet presAssocID="{EC122984-20D6-4A77-9007-E7B7297E669D}" presName="iconBgRect" presStyleLbl="bgShp" presStyleIdx="1" presStyleCnt="3"/>
      <dgm:spPr/>
    </dgm:pt>
    <dgm:pt modelId="{28B87088-B897-422F-AC46-7DE661F0EF7A}" type="pres">
      <dgm:prSet presAssocID="{EC122984-20D6-4A77-9007-E7B7297E669D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5DE1B4E4-6AD3-4C46-9B01-04141F46F861}" type="pres">
      <dgm:prSet presAssocID="{EC122984-20D6-4A77-9007-E7B7297E669D}" presName="spaceRect" presStyleCnt="0"/>
      <dgm:spPr/>
    </dgm:pt>
    <dgm:pt modelId="{A188D449-5568-48AA-9E20-73CC4B0483C0}" type="pres">
      <dgm:prSet presAssocID="{EC122984-20D6-4A77-9007-E7B7297E669D}" presName="textRect" presStyleLbl="revTx" presStyleIdx="1" presStyleCnt="3">
        <dgm:presLayoutVars>
          <dgm:chMax val="1"/>
          <dgm:chPref val="1"/>
        </dgm:presLayoutVars>
      </dgm:prSet>
      <dgm:spPr/>
    </dgm:pt>
    <dgm:pt modelId="{03F67E9B-6458-4FA1-A3CD-9CDDBBE82433}" type="pres">
      <dgm:prSet presAssocID="{B1733221-3EE5-431F-8CB8-05183AA97C72}" presName="sibTrans" presStyleLbl="sibTrans2D1" presStyleIdx="0" presStyleCnt="0"/>
      <dgm:spPr/>
    </dgm:pt>
    <dgm:pt modelId="{3DB6D717-5CA4-4230-9A7C-C679E5776E4A}" type="pres">
      <dgm:prSet presAssocID="{C3A7398B-03E5-41CD-87C2-CA29B4831F91}" presName="compNode" presStyleCnt="0"/>
      <dgm:spPr/>
    </dgm:pt>
    <dgm:pt modelId="{D626F6E0-AB47-4900-8C02-8D088FCE34D3}" type="pres">
      <dgm:prSet presAssocID="{C3A7398B-03E5-41CD-87C2-CA29B4831F91}" presName="iconBgRect" presStyleLbl="bgShp" presStyleIdx="2" presStyleCnt="3"/>
      <dgm:spPr/>
    </dgm:pt>
    <dgm:pt modelId="{65EF92BE-92D6-4472-9879-E7ADE06F3610}" type="pres">
      <dgm:prSet presAssocID="{C3A7398B-03E5-41CD-87C2-CA29B4831F91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92390CB-7C0F-421B-881F-2694BDA4D693}" type="pres">
      <dgm:prSet presAssocID="{C3A7398B-03E5-41CD-87C2-CA29B4831F91}" presName="spaceRect" presStyleCnt="0"/>
      <dgm:spPr/>
    </dgm:pt>
    <dgm:pt modelId="{A36B95F7-6052-4603-9DF1-9ACCC4CD3F2C}" type="pres">
      <dgm:prSet presAssocID="{C3A7398B-03E5-41CD-87C2-CA29B4831F9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894A011-5534-4419-A57F-397D4ED4DDC5}" type="presOf" srcId="{B2B050BF-090F-426F-8F29-DC34FEAF665A}" destId="{545AFA58-623B-4A1A-828A-04BAB5C7CEF8}" srcOrd="0" destOrd="0" presId="urn:microsoft.com/office/officeart/2018/2/layout/IconCircleList"/>
    <dgm:cxn modelId="{2F461933-C662-473B-BA68-D5CC1FD9E18A}" srcId="{B2B050BF-090F-426F-8F29-DC34FEAF665A}" destId="{C3A7398B-03E5-41CD-87C2-CA29B4831F91}" srcOrd="2" destOrd="0" parTransId="{D32201E0-94D2-436B-8188-62429AE968FA}" sibTransId="{175BD9E9-8C8C-488C-9F51-E5742F768218}"/>
    <dgm:cxn modelId="{6216314E-56F8-44F2-B057-A0AE9E955F04}" srcId="{B2B050BF-090F-426F-8F29-DC34FEAF665A}" destId="{00501CE2-0DDD-4161-B3F9-2BF22FA02676}" srcOrd="0" destOrd="0" parTransId="{678BC1BE-898E-4989-A283-0D218F61473D}" sibTransId="{B96E1C30-6F9B-4181-B80F-7E65501CB61D}"/>
    <dgm:cxn modelId="{96BC1273-B29C-4BC7-BA26-957084FF974D}" type="presOf" srcId="{B1733221-3EE5-431F-8CB8-05183AA97C72}" destId="{03F67E9B-6458-4FA1-A3CD-9CDDBBE82433}" srcOrd="0" destOrd="0" presId="urn:microsoft.com/office/officeart/2018/2/layout/IconCircleList"/>
    <dgm:cxn modelId="{2486E553-4356-4BDB-9E5D-07F900DC2904}" srcId="{B2B050BF-090F-426F-8F29-DC34FEAF665A}" destId="{EC122984-20D6-4A77-9007-E7B7297E669D}" srcOrd="1" destOrd="0" parTransId="{4DFB2F9C-1334-4E1D-89E5-03BC3F039AD3}" sibTransId="{B1733221-3EE5-431F-8CB8-05183AA97C72}"/>
    <dgm:cxn modelId="{A769EB74-CCD8-4BDE-B72C-A7AE4E56A3D5}" type="presOf" srcId="{EC122984-20D6-4A77-9007-E7B7297E669D}" destId="{A188D449-5568-48AA-9E20-73CC4B0483C0}" srcOrd="0" destOrd="0" presId="urn:microsoft.com/office/officeart/2018/2/layout/IconCircleList"/>
    <dgm:cxn modelId="{4403069B-AD6A-4627-851D-5272D3B43C76}" type="presOf" srcId="{C3A7398B-03E5-41CD-87C2-CA29B4831F91}" destId="{A36B95F7-6052-4603-9DF1-9ACCC4CD3F2C}" srcOrd="0" destOrd="0" presId="urn:microsoft.com/office/officeart/2018/2/layout/IconCircleList"/>
    <dgm:cxn modelId="{E54792C6-5C18-4F27-A02B-B45E559C812D}" type="presOf" srcId="{B96E1C30-6F9B-4181-B80F-7E65501CB61D}" destId="{2758C95F-6111-4EBC-9AD2-74B215A0D53A}" srcOrd="0" destOrd="0" presId="urn:microsoft.com/office/officeart/2018/2/layout/IconCircleList"/>
    <dgm:cxn modelId="{8EF9E4FE-1100-406A-B86F-D40DDC9D93C7}" type="presOf" srcId="{00501CE2-0DDD-4161-B3F9-2BF22FA02676}" destId="{F5D5E0FC-7701-4674-A175-EA418CDBA4F0}" srcOrd="0" destOrd="0" presId="urn:microsoft.com/office/officeart/2018/2/layout/IconCircleList"/>
    <dgm:cxn modelId="{CCEE8BD8-2547-4C9E-9A7E-20A63CBF3A32}" type="presParOf" srcId="{545AFA58-623B-4A1A-828A-04BAB5C7CEF8}" destId="{2E072474-39CE-411D-B8F9-D9ACB85AE175}" srcOrd="0" destOrd="0" presId="urn:microsoft.com/office/officeart/2018/2/layout/IconCircleList"/>
    <dgm:cxn modelId="{90D5F338-E70D-4D5E-987A-EE60977B9588}" type="presParOf" srcId="{2E072474-39CE-411D-B8F9-D9ACB85AE175}" destId="{D023AA1C-2700-4515-AA11-0568C5AD08B2}" srcOrd="0" destOrd="0" presId="urn:microsoft.com/office/officeart/2018/2/layout/IconCircleList"/>
    <dgm:cxn modelId="{A5212427-3843-4586-8CB1-98D0E267B1F1}" type="presParOf" srcId="{D023AA1C-2700-4515-AA11-0568C5AD08B2}" destId="{6BF1E30B-9BF0-45E0-9D0A-EA075E049276}" srcOrd="0" destOrd="0" presId="urn:microsoft.com/office/officeart/2018/2/layout/IconCircleList"/>
    <dgm:cxn modelId="{E43CB408-8B54-425D-9249-C5F23DB3EEB2}" type="presParOf" srcId="{D023AA1C-2700-4515-AA11-0568C5AD08B2}" destId="{34E5A007-CC0A-4793-9FAD-ABD5DDC701B9}" srcOrd="1" destOrd="0" presId="urn:microsoft.com/office/officeart/2018/2/layout/IconCircleList"/>
    <dgm:cxn modelId="{2E4C9838-2100-4188-BC04-90D4B8A9A60D}" type="presParOf" srcId="{D023AA1C-2700-4515-AA11-0568C5AD08B2}" destId="{FDA0B53E-EFC3-4898-B2F0-1EEA43F3D851}" srcOrd="2" destOrd="0" presId="urn:microsoft.com/office/officeart/2018/2/layout/IconCircleList"/>
    <dgm:cxn modelId="{F30C84E4-A8D9-4B94-8996-AAE7DE3C4A01}" type="presParOf" srcId="{D023AA1C-2700-4515-AA11-0568C5AD08B2}" destId="{F5D5E0FC-7701-4674-A175-EA418CDBA4F0}" srcOrd="3" destOrd="0" presId="urn:microsoft.com/office/officeart/2018/2/layout/IconCircleList"/>
    <dgm:cxn modelId="{4B9953D1-60CF-4FB1-89D0-26DB328A5518}" type="presParOf" srcId="{2E072474-39CE-411D-B8F9-D9ACB85AE175}" destId="{2758C95F-6111-4EBC-9AD2-74B215A0D53A}" srcOrd="1" destOrd="0" presId="urn:microsoft.com/office/officeart/2018/2/layout/IconCircleList"/>
    <dgm:cxn modelId="{79A2E095-27A9-4FF8-B060-9868A81DD4ED}" type="presParOf" srcId="{2E072474-39CE-411D-B8F9-D9ACB85AE175}" destId="{BF195B5B-4E20-43B6-AAFB-BFBA6CEC71CD}" srcOrd="2" destOrd="0" presId="urn:microsoft.com/office/officeart/2018/2/layout/IconCircleList"/>
    <dgm:cxn modelId="{E8690345-7725-4991-8CCC-ED5D7F972A45}" type="presParOf" srcId="{BF195B5B-4E20-43B6-AAFB-BFBA6CEC71CD}" destId="{73DFBFE2-7AF2-46E3-9E1B-EFD199E1B0FA}" srcOrd="0" destOrd="0" presId="urn:microsoft.com/office/officeart/2018/2/layout/IconCircleList"/>
    <dgm:cxn modelId="{250BE9F3-7EC8-4142-9059-D2F87DFEE408}" type="presParOf" srcId="{BF195B5B-4E20-43B6-AAFB-BFBA6CEC71CD}" destId="{28B87088-B897-422F-AC46-7DE661F0EF7A}" srcOrd="1" destOrd="0" presId="urn:microsoft.com/office/officeart/2018/2/layout/IconCircleList"/>
    <dgm:cxn modelId="{316C6F1D-D0FC-43A8-8212-E56D8EDC9D71}" type="presParOf" srcId="{BF195B5B-4E20-43B6-AAFB-BFBA6CEC71CD}" destId="{5DE1B4E4-6AD3-4C46-9B01-04141F46F861}" srcOrd="2" destOrd="0" presId="urn:microsoft.com/office/officeart/2018/2/layout/IconCircleList"/>
    <dgm:cxn modelId="{83FEED0F-4565-4270-879C-F2F9535C83AD}" type="presParOf" srcId="{BF195B5B-4E20-43B6-AAFB-BFBA6CEC71CD}" destId="{A188D449-5568-48AA-9E20-73CC4B0483C0}" srcOrd="3" destOrd="0" presId="urn:microsoft.com/office/officeart/2018/2/layout/IconCircleList"/>
    <dgm:cxn modelId="{FF45EDF3-F4DC-4683-A067-A65DB58AA7F9}" type="presParOf" srcId="{2E072474-39CE-411D-B8F9-D9ACB85AE175}" destId="{03F67E9B-6458-4FA1-A3CD-9CDDBBE82433}" srcOrd="3" destOrd="0" presId="urn:microsoft.com/office/officeart/2018/2/layout/IconCircleList"/>
    <dgm:cxn modelId="{B0745BB0-27A2-43D1-99A4-60BB74F6D0ED}" type="presParOf" srcId="{2E072474-39CE-411D-B8F9-D9ACB85AE175}" destId="{3DB6D717-5CA4-4230-9A7C-C679E5776E4A}" srcOrd="4" destOrd="0" presId="urn:microsoft.com/office/officeart/2018/2/layout/IconCircleList"/>
    <dgm:cxn modelId="{234461F0-AA92-4CAC-AEB1-E5DAFBB2A139}" type="presParOf" srcId="{3DB6D717-5CA4-4230-9A7C-C679E5776E4A}" destId="{D626F6E0-AB47-4900-8C02-8D088FCE34D3}" srcOrd="0" destOrd="0" presId="urn:microsoft.com/office/officeart/2018/2/layout/IconCircleList"/>
    <dgm:cxn modelId="{B070DC44-1041-435C-B41A-933EC48B9E1C}" type="presParOf" srcId="{3DB6D717-5CA4-4230-9A7C-C679E5776E4A}" destId="{65EF92BE-92D6-4472-9879-E7ADE06F3610}" srcOrd="1" destOrd="0" presId="urn:microsoft.com/office/officeart/2018/2/layout/IconCircleList"/>
    <dgm:cxn modelId="{4E2908B6-D1D1-4064-977D-92F1B352E414}" type="presParOf" srcId="{3DB6D717-5CA4-4230-9A7C-C679E5776E4A}" destId="{392390CB-7C0F-421B-881F-2694BDA4D693}" srcOrd="2" destOrd="0" presId="urn:microsoft.com/office/officeart/2018/2/layout/IconCircleList"/>
    <dgm:cxn modelId="{E15C98A9-4A0D-4B78-88B2-7FE92F9A8CAB}" type="presParOf" srcId="{3DB6D717-5CA4-4230-9A7C-C679E5776E4A}" destId="{A36B95F7-6052-4603-9DF1-9ACCC4CD3F2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4A7495-2B1D-4827-82C4-3D4B449AA4E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F9B8803-72D6-4794-8656-E14E999BA9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Avoids downstream Ops burnout.</a:t>
          </a:r>
        </a:p>
      </dgm:t>
    </dgm:pt>
    <dgm:pt modelId="{8263299D-C64C-4BDB-916A-703FBE3381DE}" type="parTrans" cxnId="{A1EE6539-7B9A-46ED-B943-85BAE12B7AD4}">
      <dgm:prSet/>
      <dgm:spPr/>
      <dgm:t>
        <a:bodyPr/>
        <a:lstStyle/>
        <a:p>
          <a:endParaRPr lang="en-US"/>
        </a:p>
      </dgm:t>
    </dgm:pt>
    <dgm:pt modelId="{AAE65389-4404-4BD7-A630-21B4B18EA4CC}" type="sibTrans" cxnId="{A1EE6539-7B9A-46ED-B943-85BAE12B7A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25EA797-C4B6-4AF5-ACBE-B9617490BD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Surfaces problems upstream as developers feel the impact of their code in production.</a:t>
          </a:r>
        </a:p>
      </dgm:t>
    </dgm:pt>
    <dgm:pt modelId="{EEB4887A-177A-4C88-AD29-2BD9CB82752E}" type="parTrans" cxnId="{4B471697-5F02-4914-84B5-6BA1F0B4AAF8}">
      <dgm:prSet/>
      <dgm:spPr/>
      <dgm:t>
        <a:bodyPr/>
        <a:lstStyle/>
        <a:p>
          <a:endParaRPr lang="en-US"/>
        </a:p>
      </dgm:t>
    </dgm:pt>
    <dgm:pt modelId="{BA8C787B-9372-41D6-ADA6-665C85A5FC0D}" type="sibTrans" cxnId="{4B471697-5F02-4914-84B5-6BA1F0B4AAF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474960B-2813-42A6-98AE-FEE966034D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finger-pointing; improves collaboration across the value stream.</a:t>
          </a:r>
        </a:p>
      </dgm:t>
    </dgm:pt>
    <dgm:pt modelId="{838AAC8F-EE10-44F9-B552-DD5C62AE3D7C}" type="parTrans" cxnId="{45578DB4-5B98-4FC3-9AC2-9C04E1146403}">
      <dgm:prSet/>
      <dgm:spPr/>
      <dgm:t>
        <a:bodyPr/>
        <a:lstStyle/>
        <a:p>
          <a:endParaRPr lang="en-US"/>
        </a:p>
      </dgm:t>
    </dgm:pt>
    <dgm:pt modelId="{C20DE7CB-28BE-4B81-98A8-CBAE99EA310A}" type="sibTrans" cxnId="{45578DB4-5B98-4FC3-9AC2-9C04E1146403}">
      <dgm:prSet/>
      <dgm:spPr/>
      <dgm:t>
        <a:bodyPr/>
        <a:lstStyle/>
        <a:p>
          <a:endParaRPr lang="en-US"/>
        </a:p>
      </dgm:t>
    </dgm:pt>
    <dgm:pt modelId="{6E13A8D4-8BD0-460C-98F3-A3CFEEB5CE05}" type="pres">
      <dgm:prSet presAssocID="{8C4A7495-2B1D-4827-82C4-3D4B449AA4E2}" presName="root" presStyleCnt="0">
        <dgm:presLayoutVars>
          <dgm:dir/>
          <dgm:resizeHandles val="exact"/>
        </dgm:presLayoutVars>
      </dgm:prSet>
      <dgm:spPr/>
    </dgm:pt>
    <dgm:pt modelId="{DEBABD18-F393-454F-8CEC-C07F43CF8C72}" type="pres">
      <dgm:prSet presAssocID="{8C4A7495-2B1D-4827-82C4-3D4B449AA4E2}" presName="container" presStyleCnt="0">
        <dgm:presLayoutVars>
          <dgm:dir/>
          <dgm:resizeHandles val="exact"/>
        </dgm:presLayoutVars>
      </dgm:prSet>
      <dgm:spPr/>
    </dgm:pt>
    <dgm:pt modelId="{BF34CFC5-615B-4A93-B580-071F52F8B57F}" type="pres">
      <dgm:prSet presAssocID="{7F9B8803-72D6-4794-8656-E14E999BA9C4}" presName="compNode" presStyleCnt="0"/>
      <dgm:spPr/>
    </dgm:pt>
    <dgm:pt modelId="{599B6A53-1C09-40E0-9BA5-80BF5D933125}" type="pres">
      <dgm:prSet presAssocID="{7F9B8803-72D6-4794-8656-E14E999BA9C4}" presName="iconBgRect" presStyleLbl="bgShp" presStyleIdx="0" presStyleCnt="3"/>
      <dgm:spPr/>
    </dgm:pt>
    <dgm:pt modelId="{D41E73FD-82E2-4593-8EF1-2CDB5E5559B1}" type="pres">
      <dgm:prSet presAssocID="{7F9B8803-72D6-4794-8656-E14E999BA9C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n"/>
        </a:ext>
      </dgm:extLst>
    </dgm:pt>
    <dgm:pt modelId="{9B4B8B13-2C52-488E-B7BF-020BD4886EA8}" type="pres">
      <dgm:prSet presAssocID="{7F9B8803-72D6-4794-8656-E14E999BA9C4}" presName="spaceRect" presStyleCnt="0"/>
      <dgm:spPr/>
    </dgm:pt>
    <dgm:pt modelId="{5E173C63-E7AB-4622-B7C7-AD32A514B238}" type="pres">
      <dgm:prSet presAssocID="{7F9B8803-72D6-4794-8656-E14E999BA9C4}" presName="textRect" presStyleLbl="revTx" presStyleIdx="0" presStyleCnt="3">
        <dgm:presLayoutVars>
          <dgm:chMax val="1"/>
          <dgm:chPref val="1"/>
        </dgm:presLayoutVars>
      </dgm:prSet>
      <dgm:spPr/>
    </dgm:pt>
    <dgm:pt modelId="{DE861178-1F35-4E4B-BAFC-2D4AE6D51662}" type="pres">
      <dgm:prSet presAssocID="{AAE65389-4404-4BD7-A630-21B4B18EA4CC}" presName="sibTrans" presStyleLbl="sibTrans2D1" presStyleIdx="0" presStyleCnt="0"/>
      <dgm:spPr/>
    </dgm:pt>
    <dgm:pt modelId="{AFF70AC0-EF9D-43FC-817F-9BB5236948F8}" type="pres">
      <dgm:prSet presAssocID="{625EA797-C4B6-4AF5-ACBE-B9617490BDF8}" presName="compNode" presStyleCnt="0"/>
      <dgm:spPr/>
    </dgm:pt>
    <dgm:pt modelId="{9B2FD518-FA53-4BEA-A0B0-77A755BADBBF}" type="pres">
      <dgm:prSet presAssocID="{625EA797-C4B6-4AF5-ACBE-B9617490BDF8}" presName="iconBgRect" presStyleLbl="bgShp" presStyleIdx="1" presStyleCnt="3"/>
      <dgm:spPr/>
    </dgm:pt>
    <dgm:pt modelId="{C8277B12-260D-45EB-A095-1F2C37D5B090}" type="pres">
      <dgm:prSet presAssocID="{625EA797-C4B6-4AF5-ACBE-B9617490BDF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C8A81C0-F4DE-4602-B900-B19DACA4DA07}" type="pres">
      <dgm:prSet presAssocID="{625EA797-C4B6-4AF5-ACBE-B9617490BDF8}" presName="spaceRect" presStyleCnt="0"/>
      <dgm:spPr/>
    </dgm:pt>
    <dgm:pt modelId="{7F41F7FE-671E-407B-88C9-0582B8767049}" type="pres">
      <dgm:prSet presAssocID="{625EA797-C4B6-4AF5-ACBE-B9617490BDF8}" presName="textRect" presStyleLbl="revTx" presStyleIdx="1" presStyleCnt="3">
        <dgm:presLayoutVars>
          <dgm:chMax val="1"/>
          <dgm:chPref val="1"/>
        </dgm:presLayoutVars>
      </dgm:prSet>
      <dgm:spPr/>
    </dgm:pt>
    <dgm:pt modelId="{C68CBE69-2CCD-471E-A23E-21C0B8751950}" type="pres">
      <dgm:prSet presAssocID="{BA8C787B-9372-41D6-ADA6-665C85A5FC0D}" presName="sibTrans" presStyleLbl="sibTrans2D1" presStyleIdx="0" presStyleCnt="0"/>
      <dgm:spPr/>
    </dgm:pt>
    <dgm:pt modelId="{BF193B3D-6957-4FD1-9995-2E9B921540A7}" type="pres">
      <dgm:prSet presAssocID="{E474960B-2813-42A6-98AE-FEE966034DB5}" presName="compNode" presStyleCnt="0"/>
      <dgm:spPr/>
    </dgm:pt>
    <dgm:pt modelId="{B4DF5F85-1692-43AE-B0D8-DBD6A73EE9A2}" type="pres">
      <dgm:prSet presAssocID="{E474960B-2813-42A6-98AE-FEE966034DB5}" presName="iconBgRect" presStyleLbl="bgShp" presStyleIdx="2" presStyleCnt="3"/>
      <dgm:spPr/>
    </dgm:pt>
    <dgm:pt modelId="{BB3F5DA8-D852-41E8-B7FE-A8F143BE3959}" type="pres">
      <dgm:prSet presAssocID="{E474960B-2813-42A6-98AE-FEE966034D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2E3FD7F6-C159-45FA-B7C0-58079EE844F2}" type="pres">
      <dgm:prSet presAssocID="{E474960B-2813-42A6-98AE-FEE966034DB5}" presName="spaceRect" presStyleCnt="0"/>
      <dgm:spPr/>
    </dgm:pt>
    <dgm:pt modelId="{7FE67302-11E4-4F0B-9B91-58265C33F434}" type="pres">
      <dgm:prSet presAssocID="{E474960B-2813-42A6-98AE-FEE966034DB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6189B02-CAEC-4077-83BD-16134125B43A}" type="presOf" srcId="{AAE65389-4404-4BD7-A630-21B4B18EA4CC}" destId="{DE861178-1F35-4E4B-BAFC-2D4AE6D51662}" srcOrd="0" destOrd="0" presId="urn:microsoft.com/office/officeart/2018/2/layout/IconCircleList"/>
    <dgm:cxn modelId="{A2746A38-AC08-4A88-B499-7108FFABA3E5}" type="presOf" srcId="{E474960B-2813-42A6-98AE-FEE966034DB5}" destId="{7FE67302-11E4-4F0B-9B91-58265C33F434}" srcOrd="0" destOrd="0" presId="urn:microsoft.com/office/officeart/2018/2/layout/IconCircleList"/>
    <dgm:cxn modelId="{A1EE6539-7B9A-46ED-B943-85BAE12B7AD4}" srcId="{8C4A7495-2B1D-4827-82C4-3D4B449AA4E2}" destId="{7F9B8803-72D6-4794-8656-E14E999BA9C4}" srcOrd="0" destOrd="0" parTransId="{8263299D-C64C-4BDB-916A-703FBE3381DE}" sibTransId="{AAE65389-4404-4BD7-A630-21B4B18EA4CC}"/>
    <dgm:cxn modelId="{D86DFB78-B888-4329-90B2-73E404C7B490}" type="presOf" srcId="{8C4A7495-2B1D-4827-82C4-3D4B449AA4E2}" destId="{6E13A8D4-8BD0-460C-98F3-A3CFEEB5CE05}" srcOrd="0" destOrd="0" presId="urn:microsoft.com/office/officeart/2018/2/layout/IconCircleList"/>
    <dgm:cxn modelId="{ED379781-C001-4222-BB17-023C9BE0134B}" type="presOf" srcId="{BA8C787B-9372-41D6-ADA6-665C85A5FC0D}" destId="{C68CBE69-2CCD-471E-A23E-21C0B8751950}" srcOrd="0" destOrd="0" presId="urn:microsoft.com/office/officeart/2018/2/layout/IconCircleList"/>
    <dgm:cxn modelId="{4B471697-5F02-4914-84B5-6BA1F0B4AAF8}" srcId="{8C4A7495-2B1D-4827-82C4-3D4B449AA4E2}" destId="{625EA797-C4B6-4AF5-ACBE-B9617490BDF8}" srcOrd="1" destOrd="0" parTransId="{EEB4887A-177A-4C88-AD29-2BD9CB82752E}" sibTransId="{BA8C787B-9372-41D6-ADA6-665C85A5FC0D}"/>
    <dgm:cxn modelId="{88D3F1B1-66D8-41BB-9ED5-485786C5803A}" type="presOf" srcId="{625EA797-C4B6-4AF5-ACBE-B9617490BDF8}" destId="{7F41F7FE-671E-407B-88C9-0582B8767049}" srcOrd="0" destOrd="0" presId="urn:microsoft.com/office/officeart/2018/2/layout/IconCircleList"/>
    <dgm:cxn modelId="{45578DB4-5B98-4FC3-9AC2-9C04E1146403}" srcId="{8C4A7495-2B1D-4827-82C4-3D4B449AA4E2}" destId="{E474960B-2813-42A6-98AE-FEE966034DB5}" srcOrd="2" destOrd="0" parTransId="{838AAC8F-EE10-44F9-B552-DD5C62AE3D7C}" sibTransId="{C20DE7CB-28BE-4B81-98A8-CBAE99EA310A}"/>
    <dgm:cxn modelId="{50759CF0-7837-4BE7-AB56-76CD82835793}" type="presOf" srcId="{7F9B8803-72D6-4794-8656-E14E999BA9C4}" destId="{5E173C63-E7AB-4622-B7C7-AD32A514B238}" srcOrd="0" destOrd="0" presId="urn:microsoft.com/office/officeart/2018/2/layout/IconCircleList"/>
    <dgm:cxn modelId="{A27D1A79-71FB-41D9-A8E5-8C15FC9BE649}" type="presParOf" srcId="{6E13A8D4-8BD0-460C-98F3-A3CFEEB5CE05}" destId="{DEBABD18-F393-454F-8CEC-C07F43CF8C72}" srcOrd="0" destOrd="0" presId="urn:microsoft.com/office/officeart/2018/2/layout/IconCircleList"/>
    <dgm:cxn modelId="{26053D65-DAA8-40CD-BA1F-0658B57CE0F8}" type="presParOf" srcId="{DEBABD18-F393-454F-8CEC-C07F43CF8C72}" destId="{BF34CFC5-615B-4A93-B580-071F52F8B57F}" srcOrd="0" destOrd="0" presId="urn:microsoft.com/office/officeart/2018/2/layout/IconCircleList"/>
    <dgm:cxn modelId="{BB5F8FBE-CC3D-4FED-B5D1-6F4E2918559F}" type="presParOf" srcId="{BF34CFC5-615B-4A93-B580-071F52F8B57F}" destId="{599B6A53-1C09-40E0-9BA5-80BF5D933125}" srcOrd="0" destOrd="0" presId="urn:microsoft.com/office/officeart/2018/2/layout/IconCircleList"/>
    <dgm:cxn modelId="{317B7ADB-D921-40E3-B509-0E0C212F3C9E}" type="presParOf" srcId="{BF34CFC5-615B-4A93-B580-071F52F8B57F}" destId="{D41E73FD-82E2-4593-8EF1-2CDB5E5559B1}" srcOrd="1" destOrd="0" presId="urn:microsoft.com/office/officeart/2018/2/layout/IconCircleList"/>
    <dgm:cxn modelId="{2824D44B-2D86-474A-9483-477B7C8AF6AE}" type="presParOf" srcId="{BF34CFC5-615B-4A93-B580-071F52F8B57F}" destId="{9B4B8B13-2C52-488E-B7BF-020BD4886EA8}" srcOrd="2" destOrd="0" presId="urn:microsoft.com/office/officeart/2018/2/layout/IconCircleList"/>
    <dgm:cxn modelId="{4841D889-B27D-40A0-B10E-4032EB85E507}" type="presParOf" srcId="{BF34CFC5-615B-4A93-B580-071F52F8B57F}" destId="{5E173C63-E7AB-4622-B7C7-AD32A514B238}" srcOrd="3" destOrd="0" presId="urn:microsoft.com/office/officeart/2018/2/layout/IconCircleList"/>
    <dgm:cxn modelId="{D8A14970-0416-4CC4-B669-795FFB05DD59}" type="presParOf" srcId="{DEBABD18-F393-454F-8CEC-C07F43CF8C72}" destId="{DE861178-1F35-4E4B-BAFC-2D4AE6D51662}" srcOrd="1" destOrd="0" presId="urn:microsoft.com/office/officeart/2018/2/layout/IconCircleList"/>
    <dgm:cxn modelId="{380C0958-9B43-453E-991B-E513CB3E99B1}" type="presParOf" srcId="{DEBABD18-F393-454F-8CEC-C07F43CF8C72}" destId="{AFF70AC0-EF9D-43FC-817F-9BB5236948F8}" srcOrd="2" destOrd="0" presId="urn:microsoft.com/office/officeart/2018/2/layout/IconCircleList"/>
    <dgm:cxn modelId="{C06343BF-B268-4982-B678-D97758EACAAA}" type="presParOf" srcId="{AFF70AC0-EF9D-43FC-817F-9BB5236948F8}" destId="{9B2FD518-FA53-4BEA-A0B0-77A755BADBBF}" srcOrd="0" destOrd="0" presId="urn:microsoft.com/office/officeart/2018/2/layout/IconCircleList"/>
    <dgm:cxn modelId="{B5484C15-4B2D-4896-B326-EEE816803FF8}" type="presParOf" srcId="{AFF70AC0-EF9D-43FC-817F-9BB5236948F8}" destId="{C8277B12-260D-45EB-A095-1F2C37D5B090}" srcOrd="1" destOrd="0" presId="urn:microsoft.com/office/officeart/2018/2/layout/IconCircleList"/>
    <dgm:cxn modelId="{C4E645CA-CBF4-43B2-A387-21F0766B52C9}" type="presParOf" srcId="{AFF70AC0-EF9D-43FC-817F-9BB5236948F8}" destId="{6C8A81C0-F4DE-4602-B900-B19DACA4DA07}" srcOrd="2" destOrd="0" presId="urn:microsoft.com/office/officeart/2018/2/layout/IconCircleList"/>
    <dgm:cxn modelId="{355DA823-89E1-4988-A120-EE58BAD77633}" type="presParOf" srcId="{AFF70AC0-EF9D-43FC-817F-9BB5236948F8}" destId="{7F41F7FE-671E-407B-88C9-0582B8767049}" srcOrd="3" destOrd="0" presId="urn:microsoft.com/office/officeart/2018/2/layout/IconCircleList"/>
    <dgm:cxn modelId="{8CD712EC-D1BA-445C-8547-9EEF74C9821F}" type="presParOf" srcId="{DEBABD18-F393-454F-8CEC-C07F43CF8C72}" destId="{C68CBE69-2CCD-471E-A23E-21C0B8751950}" srcOrd="3" destOrd="0" presId="urn:microsoft.com/office/officeart/2018/2/layout/IconCircleList"/>
    <dgm:cxn modelId="{4F8736E0-866D-47B2-9B52-57579BCBF91D}" type="presParOf" srcId="{DEBABD18-F393-454F-8CEC-C07F43CF8C72}" destId="{BF193B3D-6957-4FD1-9995-2E9B921540A7}" srcOrd="4" destOrd="0" presId="urn:microsoft.com/office/officeart/2018/2/layout/IconCircleList"/>
    <dgm:cxn modelId="{E5199BC8-DCFB-44CA-B05E-F4FCB026D75D}" type="presParOf" srcId="{BF193B3D-6957-4FD1-9995-2E9B921540A7}" destId="{B4DF5F85-1692-43AE-B0D8-DBD6A73EE9A2}" srcOrd="0" destOrd="0" presId="urn:microsoft.com/office/officeart/2018/2/layout/IconCircleList"/>
    <dgm:cxn modelId="{6BDF1848-1D48-4C7C-8456-ED5CEFE7D55D}" type="presParOf" srcId="{BF193B3D-6957-4FD1-9995-2E9B921540A7}" destId="{BB3F5DA8-D852-41E8-B7FE-A8F143BE3959}" srcOrd="1" destOrd="0" presId="urn:microsoft.com/office/officeart/2018/2/layout/IconCircleList"/>
    <dgm:cxn modelId="{27C5FDC2-46DD-4659-B912-198C81DD5B58}" type="presParOf" srcId="{BF193B3D-6957-4FD1-9995-2E9B921540A7}" destId="{2E3FD7F6-C159-45FA-B7C0-58079EE844F2}" srcOrd="2" destOrd="0" presId="urn:microsoft.com/office/officeart/2018/2/layout/IconCircleList"/>
    <dgm:cxn modelId="{5563A9EE-C8FA-44E7-8BE8-A45B7E458F74}" type="presParOf" srcId="{BF193B3D-6957-4FD1-9995-2E9B921540A7}" destId="{7FE67302-11E4-4F0B-9B91-58265C33F43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00A1F3-5B1C-462A-8896-B2EABE0E946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50C312-BB15-4DE4-825C-7123A9AF92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Faster resolution of issues </a:t>
          </a:r>
          <a:endParaRPr lang="en-US" dirty="0"/>
        </a:p>
      </dgm:t>
    </dgm:pt>
    <dgm:pt modelId="{15F23866-8289-4697-85B0-3CEBCBB82473}" type="parTrans" cxnId="{A9AC4A44-6040-4F6E-82B2-6BB9F33DC9C0}">
      <dgm:prSet/>
      <dgm:spPr/>
      <dgm:t>
        <a:bodyPr/>
        <a:lstStyle/>
        <a:p>
          <a:endParaRPr lang="en-US"/>
        </a:p>
      </dgm:t>
    </dgm:pt>
    <dgm:pt modelId="{3E315B5A-CA29-4C46-95B5-78E96B62B5F9}" type="sibTrans" cxnId="{A9AC4A44-6040-4F6E-82B2-6BB9F33DC9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9C7373-D58E-4E36-ADFC-8E432B9C47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Greater code quality and accountability.</a:t>
          </a:r>
          <a:endParaRPr lang="en-US"/>
        </a:p>
      </dgm:t>
    </dgm:pt>
    <dgm:pt modelId="{B8A94652-B7AB-4B04-A2B3-DDABBE49DD68}" type="parTrans" cxnId="{7D02AC22-7E9F-4796-A6D0-9598C8300326}">
      <dgm:prSet/>
      <dgm:spPr/>
      <dgm:t>
        <a:bodyPr/>
        <a:lstStyle/>
        <a:p>
          <a:endParaRPr lang="en-US"/>
        </a:p>
      </dgm:t>
    </dgm:pt>
    <dgm:pt modelId="{CCCD922A-7878-4500-8DBB-D89A48160CD4}" type="sibTrans" cxnId="{7D02AC22-7E9F-4796-A6D0-9598C830032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CED7D64-2159-4A82-BBD6-EECA98398F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Builds empathy between teams.</a:t>
          </a:r>
          <a:endParaRPr lang="en-US"/>
        </a:p>
      </dgm:t>
    </dgm:pt>
    <dgm:pt modelId="{D2586A70-1B36-45FC-9DAF-FB9C2970DCB6}" type="parTrans" cxnId="{1D34B83B-B26A-4A3A-8014-FD66658059D0}">
      <dgm:prSet/>
      <dgm:spPr/>
      <dgm:t>
        <a:bodyPr/>
        <a:lstStyle/>
        <a:p>
          <a:endParaRPr lang="en-US"/>
        </a:p>
      </dgm:t>
    </dgm:pt>
    <dgm:pt modelId="{1FE423D9-982E-4E5E-9113-22953C5330C8}" type="sibTrans" cxnId="{1D34B83B-B26A-4A3A-8014-FD66658059D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AA00108-E5CD-4F6B-8721-9C15DFD457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Aligns business goals with production realities.</a:t>
          </a:r>
          <a:endParaRPr lang="en-US"/>
        </a:p>
      </dgm:t>
    </dgm:pt>
    <dgm:pt modelId="{51208263-3D33-4A23-B462-F39B559953FD}" type="parTrans" cxnId="{ACE291E0-D31D-474E-9EEF-E2C2F3FE0EE2}">
      <dgm:prSet/>
      <dgm:spPr/>
      <dgm:t>
        <a:bodyPr/>
        <a:lstStyle/>
        <a:p>
          <a:endParaRPr lang="en-US"/>
        </a:p>
      </dgm:t>
    </dgm:pt>
    <dgm:pt modelId="{3E165AC6-0241-4A55-B512-207958CD5255}" type="sibTrans" cxnId="{ACE291E0-D31D-474E-9EEF-E2C2F3FE0EE2}">
      <dgm:prSet/>
      <dgm:spPr/>
      <dgm:t>
        <a:bodyPr/>
        <a:lstStyle/>
        <a:p>
          <a:endParaRPr lang="en-US"/>
        </a:p>
      </dgm:t>
    </dgm:pt>
    <dgm:pt modelId="{7C24238B-32D3-4FA7-9078-E3C948F0A52F}" type="pres">
      <dgm:prSet presAssocID="{7800A1F3-5B1C-462A-8896-B2EABE0E9460}" presName="root" presStyleCnt="0">
        <dgm:presLayoutVars>
          <dgm:dir/>
          <dgm:resizeHandles val="exact"/>
        </dgm:presLayoutVars>
      </dgm:prSet>
      <dgm:spPr/>
    </dgm:pt>
    <dgm:pt modelId="{736B0FDA-2EF4-404F-A127-695198CC3EB4}" type="pres">
      <dgm:prSet presAssocID="{7800A1F3-5B1C-462A-8896-B2EABE0E9460}" presName="container" presStyleCnt="0">
        <dgm:presLayoutVars>
          <dgm:dir/>
          <dgm:resizeHandles val="exact"/>
        </dgm:presLayoutVars>
      </dgm:prSet>
      <dgm:spPr/>
    </dgm:pt>
    <dgm:pt modelId="{7B44F07F-9F9F-4926-BF91-43470DB2BAD1}" type="pres">
      <dgm:prSet presAssocID="{8950C312-BB15-4DE4-825C-7123A9AF9245}" presName="compNode" presStyleCnt="0"/>
      <dgm:spPr/>
    </dgm:pt>
    <dgm:pt modelId="{11089B23-C086-46FD-84AD-ACCFEA945DBE}" type="pres">
      <dgm:prSet presAssocID="{8950C312-BB15-4DE4-825C-7123A9AF9245}" presName="iconBgRect" presStyleLbl="bgShp" presStyleIdx="0" presStyleCnt="4"/>
      <dgm:spPr/>
    </dgm:pt>
    <dgm:pt modelId="{D31F6630-4A44-4B3F-B5F1-017274B31994}" type="pres">
      <dgm:prSet presAssocID="{8950C312-BB15-4DE4-825C-7123A9AF924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EE491E49-32D9-434C-A3F2-B633E50BD99A}" type="pres">
      <dgm:prSet presAssocID="{8950C312-BB15-4DE4-825C-7123A9AF9245}" presName="spaceRect" presStyleCnt="0"/>
      <dgm:spPr/>
    </dgm:pt>
    <dgm:pt modelId="{C01A01F9-37DA-41AE-8CEA-F2C55EB75EEE}" type="pres">
      <dgm:prSet presAssocID="{8950C312-BB15-4DE4-825C-7123A9AF9245}" presName="textRect" presStyleLbl="revTx" presStyleIdx="0" presStyleCnt="4">
        <dgm:presLayoutVars>
          <dgm:chMax val="1"/>
          <dgm:chPref val="1"/>
        </dgm:presLayoutVars>
      </dgm:prSet>
      <dgm:spPr/>
    </dgm:pt>
    <dgm:pt modelId="{9B8F45CC-C614-49E2-BB09-BBB9FFABE3A3}" type="pres">
      <dgm:prSet presAssocID="{3E315B5A-CA29-4C46-95B5-78E96B62B5F9}" presName="sibTrans" presStyleLbl="sibTrans2D1" presStyleIdx="0" presStyleCnt="0"/>
      <dgm:spPr/>
    </dgm:pt>
    <dgm:pt modelId="{8E74C592-758C-42E2-85CC-207C40DA4422}" type="pres">
      <dgm:prSet presAssocID="{899C7373-D58E-4E36-ADFC-8E432B9C47D4}" presName="compNode" presStyleCnt="0"/>
      <dgm:spPr/>
    </dgm:pt>
    <dgm:pt modelId="{A41879D0-11CF-4803-9BFA-5D354C1545D7}" type="pres">
      <dgm:prSet presAssocID="{899C7373-D58E-4E36-ADFC-8E432B9C47D4}" presName="iconBgRect" presStyleLbl="bgShp" presStyleIdx="1" presStyleCnt="4"/>
      <dgm:spPr/>
    </dgm:pt>
    <dgm:pt modelId="{2B874623-A564-4B75-866A-415387B23E62}" type="pres">
      <dgm:prSet presAssocID="{899C7373-D58E-4E36-ADFC-8E432B9C47D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7F17AE1-69EB-4345-BECF-96C5AEA0A313}" type="pres">
      <dgm:prSet presAssocID="{899C7373-D58E-4E36-ADFC-8E432B9C47D4}" presName="spaceRect" presStyleCnt="0"/>
      <dgm:spPr/>
    </dgm:pt>
    <dgm:pt modelId="{3F461DD8-C68D-44CF-933D-D05761110687}" type="pres">
      <dgm:prSet presAssocID="{899C7373-D58E-4E36-ADFC-8E432B9C47D4}" presName="textRect" presStyleLbl="revTx" presStyleIdx="1" presStyleCnt="4">
        <dgm:presLayoutVars>
          <dgm:chMax val="1"/>
          <dgm:chPref val="1"/>
        </dgm:presLayoutVars>
      </dgm:prSet>
      <dgm:spPr/>
    </dgm:pt>
    <dgm:pt modelId="{DDE4EB61-4C24-4A47-A21B-7D72D5592A1C}" type="pres">
      <dgm:prSet presAssocID="{CCCD922A-7878-4500-8DBB-D89A48160CD4}" presName="sibTrans" presStyleLbl="sibTrans2D1" presStyleIdx="0" presStyleCnt="0"/>
      <dgm:spPr/>
    </dgm:pt>
    <dgm:pt modelId="{5A79B2E8-EE36-4B18-BB7B-7714F4CEF71D}" type="pres">
      <dgm:prSet presAssocID="{CCED7D64-2159-4A82-BBD6-EECA98398F9E}" presName="compNode" presStyleCnt="0"/>
      <dgm:spPr/>
    </dgm:pt>
    <dgm:pt modelId="{80BDB8F2-15D2-49EB-B0C2-FAA946DF23F9}" type="pres">
      <dgm:prSet presAssocID="{CCED7D64-2159-4A82-BBD6-EECA98398F9E}" presName="iconBgRect" presStyleLbl="bgShp" presStyleIdx="2" presStyleCnt="4"/>
      <dgm:spPr/>
    </dgm:pt>
    <dgm:pt modelId="{E3FD2BB8-0AD3-4244-A836-9B99344E60D8}" type="pres">
      <dgm:prSet presAssocID="{CCED7D64-2159-4A82-BBD6-EECA98398F9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66B438E8-275D-4DC6-A5E4-E899B4C17404}" type="pres">
      <dgm:prSet presAssocID="{CCED7D64-2159-4A82-BBD6-EECA98398F9E}" presName="spaceRect" presStyleCnt="0"/>
      <dgm:spPr/>
    </dgm:pt>
    <dgm:pt modelId="{1AE3F379-62CB-482D-884A-0F921EB8C6CE}" type="pres">
      <dgm:prSet presAssocID="{CCED7D64-2159-4A82-BBD6-EECA98398F9E}" presName="textRect" presStyleLbl="revTx" presStyleIdx="2" presStyleCnt="4">
        <dgm:presLayoutVars>
          <dgm:chMax val="1"/>
          <dgm:chPref val="1"/>
        </dgm:presLayoutVars>
      </dgm:prSet>
      <dgm:spPr/>
    </dgm:pt>
    <dgm:pt modelId="{FC1108B0-A2C1-4CCF-9935-40CA8F4C68F8}" type="pres">
      <dgm:prSet presAssocID="{1FE423D9-982E-4E5E-9113-22953C5330C8}" presName="sibTrans" presStyleLbl="sibTrans2D1" presStyleIdx="0" presStyleCnt="0"/>
      <dgm:spPr/>
    </dgm:pt>
    <dgm:pt modelId="{1B734ED7-C16D-4F91-9020-A54D3809B1AF}" type="pres">
      <dgm:prSet presAssocID="{4AA00108-E5CD-4F6B-8721-9C15DFD45721}" presName="compNode" presStyleCnt="0"/>
      <dgm:spPr/>
    </dgm:pt>
    <dgm:pt modelId="{4F77B2FE-16FB-4C19-965B-57E95344C085}" type="pres">
      <dgm:prSet presAssocID="{4AA00108-E5CD-4F6B-8721-9C15DFD45721}" presName="iconBgRect" presStyleLbl="bgShp" presStyleIdx="3" presStyleCnt="4"/>
      <dgm:spPr/>
    </dgm:pt>
    <dgm:pt modelId="{90BC3E41-F408-4EA9-9478-E1A59F167F69}" type="pres">
      <dgm:prSet presAssocID="{4AA00108-E5CD-4F6B-8721-9C15DFD4572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50DFC0E5-C2F7-4FF0-90CC-BD3EC8F01B33}" type="pres">
      <dgm:prSet presAssocID="{4AA00108-E5CD-4F6B-8721-9C15DFD45721}" presName="spaceRect" presStyleCnt="0"/>
      <dgm:spPr/>
    </dgm:pt>
    <dgm:pt modelId="{7EB56E23-63F6-4D80-8736-CEB28FEF641D}" type="pres">
      <dgm:prSet presAssocID="{4AA00108-E5CD-4F6B-8721-9C15DFD4572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841C117-2453-40FC-8508-A8010F771759}" type="presOf" srcId="{CCCD922A-7878-4500-8DBB-D89A48160CD4}" destId="{DDE4EB61-4C24-4A47-A21B-7D72D5592A1C}" srcOrd="0" destOrd="0" presId="urn:microsoft.com/office/officeart/2018/2/layout/IconCircleList"/>
    <dgm:cxn modelId="{3668521F-9B65-472E-BD3D-A3D896812757}" type="presOf" srcId="{1FE423D9-982E-4E5E-9113-22953C5330C8}" destId="{FC1108B0-A2C1-4CCF-9935-40CA8F4C68F8}" srcOrd="0" destOrd="0" presId="urn:microsoft.com/office/officeart/2018/2/layout/IconCircleList"/>
    <dgm:cxn modelId="{7D02AC22-7E9F-4796-A6D0-9598C8300326}" srcId="{7800A1F3-5B1C-462A-8896-B2EABE0E9460}" destId="{899C7373-D58E-4E36-ADFC-8E432B9C47D4}" srcOrd="1" destOrd="0" parTransId="{B8A94652-B7AB-4B04-A2B3-DDABBE49DD68}" sibTransId="{CCCD922A-7878-4500-8DBB-D89A48160CD4}"/>
    <dgm:cxn modelId="{9DE6B528-9AD8-4DF9-A7F5-E7E348699865}" type="presOf" srcId="{4AA00108-E5CD-4F6B-8721-9C15DFD45721}" destId="{7EB56E23-63F6-4D80-8736-CEB28FEF641D}" srcOrd="0" destOrd="0" presId="urn:microsoft.com/office/officeart/2018/2/layout/IconCircleList"/>
    <dgm:cxn modelId="{1D34B83B-B26A-4A3A-8014-FD66658059D0}" srcId="{7800A1F3-5B1C-462A-8896-B2EABE0E9460}" destId="{CCED7D64-2159-4A82-BBD6-EECA98398F9E}" srcOrd="2" destOrd="0" parTransId="{D2586A70-1B36-45FC-9DAF-FB9C2970DCB6}" sibTransId="{1FE423D9-982E-4E5E-9113-22953C5330C8}"/>
    <dgm:cxn modelId="{C0840E44-387F-4B04-95DE-34BC652F0F47}" type="presOf" srcId="{7800A1F3-5B1C-462A-8896-B2EABE0E9460}" destId="{7C24238B-32D3-4FA7-9078-E3C948F0A52F}" srcOrd="0" destOrd="0" presId="urn:microsoft.com/office/officeart/2018/2/layout/IconCircleList"/>
    <dgm:cxn modelId="{A9AC4A44-6040-4F6E-82B2-6BB9F33DC9C0}" srcId="{7800A1F3-5B1C-462A-8896-B2EABE0E9460}" destId="{8950C312-BB15-4DE4-825C-7123A9AF9245}" srcOrd="0" destOrd="0" parTransId="{15F23866-8289-4697-85B0-3CEBCBB82473}" sibTransId="{3E315B5A-CA29-4C46-95B5-78E96B62B5F9}"/>
    <dgm:cxn modelId="{E8075255-E730-429E-89A3-C8C6FD8AB68D}" type="presOf" srcId="{CCED7D64-2159-4A82-BBD6-EECA98398F9E}" destId="{1AE3F379-62CB-482D-884A-0F921EB8C6CE}" srcOrd="0" destOrd="0" presId="urn:microsoft.com/office/officeart/2018/2/layout/IconCircleList"/>
    <dgm:cxn modelId="{51F3C993-686E-4E5B-989D-D066E21FE376}" type="presOf" srcId="{899C7373-D58E-4E36-ADFC-8E432B9C47D4}" destId="{3F461DD8-C68D-44CF-933D-D05761110687}" srcOrd="0" destOrd="0" presId="urn:microsoft.com/office/officeart/2018/2/layout/IconCircleList"/>
    <dgm:cxn modelId="{EB0DA2D0-D6D2-45EB-B1F2-2FCA932F4094}" type="presOf" srcId="{8950C312-BB15-4DE4-825C-7123A9AF9245}" destId="{C01A01F9-37DA-41AE-8CEA-F2C55EB75EEE}" srcOrd="0" destOrd="0" presId="urn:microsoft.com/office/officeart/2018/2/layout/IconCircleList"/>
    <dgm:cxn modelId="{ACE291E0-D31D-474E-9EEF-E2C2F3FE0EE2}" srcId="{7800A1F3-5B1C-462A-8896-B2EABE0E9460}" destId="{4AA00108-E5CD-4F6B-8721-9C15DFD45721}" srcOrd="3" destOrd="0" parTransId="{51208263-3D33-4A23-B462-F39B559953FD}" sibTransId="{3E165AC6-0241-4A55-B512-207958CD5255}"/>
    <dgm:cxn modelId="{8D495CFF-5C6E-4D3A-9450-EBE3CC0A5C84}" type="presOf" srcId="{3E315B5A-CA29-4C46-95B5-78E96B62B5F9}" destId="{9B8F45CC-C614-49E2-BB09-BBB9FFABE3A3}" srcOrd="0" destOrd="0" presId="urn:microsoft.com/office/officeart/2018/2/layout/IconCircleList"/>
    <dgm:cxn modelId="{F816322D-5BFD-47C0-8DF5-727594E46E88}" type="presParOf" srcId="{7C24238B-32D3-4FA7-9078-E3C948F0A52F}" destId="{736B0FDA-2EF4-404F-A127-695198CC3EB4}" srcOrd="0" destOrd="0" presId="urn:microsoft.com/office/officeart/2018/2/layout/IconCircleList"/>
    <dgm:cxn modelId="{B8B494CB-D0F8-442B-948A-2DFDDB8FBD65}" type="presParOf" srcId="{736B0FDA-2EF4-404F-A127-695198CC3EB4}" destId="{7B44F07F-9F9F-4926-BF91-43470DB2BAD1}" srcOrd="0" destOrd="0" presId="urn:microsoft.com/office/officeart/2018/2/layout/IconCircleList"/>
    <dgm:cxn modelId="{B1DB042B-B7A3-406C-B4FF-3F5C81C6DB70}" type="presParOf" srcId="{7B44F07F-9F9F-4926-BF91-43470DB2BAD1}" destId="{11089B23-C086-46FD-84AD-ACCFEA945DBE}" srcOrd="0" destOrd="0" presId="urn:microsoft.com/office/officeart/2018/2/layout/IconCircleList"/>
    <dgm:cxn modelId="{ACE76306-DBBB-40F1-ADFE-506639293CE9}" type="presParOf" srcId="{7B44F07F-9F9F-4926-BF91-43470DB2BAD1}" destId="{D31F6630-4A44-4B3F-B5F1-017274B31994}" srcOrd="1" destOrd="0" presId="urn:microsoft.com/office/officeart/2018/2/layout/IconCircleList"/>
    <dgm:cxn modelId="{37C4E00E-F8FB-44AA-BE16-39850FEB90B7}" type="presParOf" srcId="{7B44F07F-9F9F-4926-BF91-43470DB2BAD1}" destId="{EE491E49-32D9-434C-A3F2-B633E50BD99A}" srcOrd="2" destOrd="0" presId="urn:microsoft.com/office/officeart/2018/2/layout/IconCircleList"/>
    <dgm:cxn modelId="{A80BCB29-85C0-4323-ACF6-C215DDE2FD68}" type="presParOf" srcId="{7B44F07F-9F9F-4926-BF91-43470DB2BAD1}" destId="{C01A01F9-37DA-41AE-8CEA-F2C55EB75EEE}" srcOrd="3" destOrd="0" presId="urn:microsoft.com/office/officeart/2018/2/layout/IconCircleList"/>
    <dgm:cxn modelId="{265F1C69-122F-4F5A-9614-B2F80C968756}" type="presParOf" srcId="{736B0FDA-2EF4-404F-A127-695198CC3EB4}" destId="{9B8F45CC-C614-49E2-BB09-BBB9FFABE3A3}" srcOrd="1" destOrd="0" presId="urn:microsoft.com/office/officeart/2018/2/layout/IconCircleList"/>
    <dgm:cxn modelId="{F7B4F562-B99D-41E7-A47A-255FCFCFF6F2}" type="presParOf" srcId="{736B0FDA-2EF4-404F-A127-695198CC3EB4}" destId="{8E74C592-758C-42E2-85CC-207C40DA4422}" srcOrd="2" destOrd="0" presId="urn:microsoft.com/office/officeart/2018/2/layout/IconCircleList"/>
    <dgm:cxn modelId="{0BD6083F-3A46-41F4-9331-E9BBBF14EFFB}" type="presParOf" srcId="{8E74C592-758C-42E2-85CC-207C40DA4422}" destId="{A41879D0-11CF-4803-9BFA-5D354C1545D7}" srcOrd="0" destOrd="0" presId="urn:microsoft.com/office/officeart/2018/2/layout/IconCircleList"/>
    <dgm:cxn modelId="{295395AE-3F52-498D-9ACC-2323EA867EFC}" type="presParOf" srcId="{8E74C592-758C-42E2-85CC-207C40DA4422}" destId="{2B874623-A564-4B75-866A-415387B23E62}" srcOrd="1" destOrd="0" presId="urn:microsoft.com/office/officeart/2018/2/layout/IconCircleList"/>
    <dgm:cxn modelId="{3070C854-3E9F-4ABE-9649-D31080B19A1D}" type="presParOf" srcId="{8E74C592-758C-42E2-85CC-207C40DA4422}" destId="{B7F17AE1-69EB-4345-BECF-96C5AEA0A313}" srcOrd="2" destOrd="0" presId="urn:microsoft.com/office/officeart/2018/2/layout/IconCircleList"/>
    <dgm:cxn modelId="{09EE4A3E-1484-405D-961A-444331D1AE1D}" type="presParOf" srcId="{8E74C592-758C-42E2-85CC-207C40DA4422}" destId="{3F461DD8-C68D-44CF-933D-D05761110687}" srcOrd="3" destOrd="0" presId="urn:microsoft.com/office/officeart/2018/2/layout/IconCircleList"/>
    <dgm:cxn modelId="{F1F9214F-490E-4169-AA5C-9F64B412EC6D}" type="presParOf" srcId="{736B0FDA-2EF4-404F-A127-695198CC3EB4}" destId="{DDE4EB61-4C24-4A47-A21B-7D72D5592A1C}" srcOrd="3" destOrd="0" presId="urn:microsoft.com/office/officeart/2018/2/layout/IconCircleList"/>
    <dgm:cxn modelId="{8EB02CC3-C928-41D5-8903-36C32C235FAF}" type="presParOf" srcId="{736B0FDA-2EF4-404F-A127-695198CC3EB4}" destId="{5A79B2E8-EE36-4B18-BB7B-7714F4CEF71D}" srcOrd="4" destOrd="0" presId="urn:microsoft.com/office/officeart/2018/2/layout/IconCircleList"/>
    <dgm:cxn modelId="{10353AC1-05AE-49DC-9D2D-5506F89C3185}" type="presParOf" srcId="{5A79B2E8-EE36-4B18-BB7B-7714F4CEF71D}" destId="{80BDB8F2-15D2-49EB-B0C2-FAA946DF23F9}" srcOrd="0" destOrd="0" presId="urn:microsoft.com/office/officeart/2018/2/layout/IconCircleList"/>
    <dgm:cxn modelId="{31A42CB2-90E4-44FE-9FB5-9A9DC9B8C3FD}" type="presParOf" srcId="{5A79B2E8-EE36-4B18-BB7B-7714F4CEF71D}" destId="{E3FD2BB8-0AD3-4244-A836-9B99344E60D8}" srcOrd="1" destOrd="0" presId="urn:microsoft.com/office/officeart/2018/2/layout/IconCircleList"/>
    <dgm:cxn modelId="{C03E6BA6-5450-4D32-A2AE-FEAE5CB3010A}" type="presParOf" srcId="{5A79B2E8-EE36-4B18-BB7B-7714F4CEF71D}" destId="{66B438E8-275D-4DC6-A5E4-E899B4C17404}" srcOrd="2" destOrd="0" presId="urn:microsoft.com/office/officeart/2018/2/layout/IconCircleList"/>
    <dgm:cxn modelId="{DB21BC3A-3BB3-40DB-AA9C-5CB92F75414E}" type="presParOf" srcId="{5A79B2E8-EE36-4B18-BB7B-7714F4CEF71D}" destId="{1AE3F379-62CB-482D-884A-0F921EB8C6CE}" srcOrd="3" destOrd="0" presId="urn:microsoft.com/office/officeart/2018/2/layout/IconCircleList"/>
    <dgm:cxn modelId="{E6CBB0F9-D254-4C98-950A-BB033331E7FF}" type="presParOf" srcId="{736B0FDA-2EF4-404F-A127-695198CC3EB4}" destId="{FC1108B0-A2C1-4CCF-9935-40CA8F4C68F8}" srcOrd="5" destOrd="0" presId="urn:microsoft.com/office/officeart/2018/2/layout/IconCircleList"/>
    <dgm:cxn modelId="{E93CC20E-07EA-4AA2-98F0-67AFAD9497F4}" type="presParOf" srcId="{736B0FDA-2EF4-404F-A127-695198CC3EB4}" destId="{1B734ED7-C16D-4F91-9020-A54D3809B1AF}" srcOrd="6" destOrd="0" presId="urn:microsoft.com/office/officeart/2018/2/layout/IconCircleList"/>
    <dgm:cxn modelId="{34076F49-6492-47AD-9A6A-02A225ABFE9A}" type="presParOf" srcId="{1B734ED7-C16D-4F91-9020-A54D3809B1AF}" destId="{4F77B2FE-16FB-4C19-965B-57E95344C085}" srcOrd="0" destOrd="0" presId="urn:microsoft.com/office/officeart/2018/2/layout/IconCircleList"/>
    <dgm:cxn modelId="{7BEA305F-5063-4C80-A172-4336AEB6EF10}" type="presParOf" srcId="{1B734ED7-C16D-4F91-9020-A54D3809B1AF}" destId="{90BC3E41-F408-4EA9-9478-E1A59F167F69}" srcOrd="1" destOrd="0" presId="urn:microsoft.com/office/officeart/2018/2/layout/IconCircleList"/>
    <dgm:cxn modelId="{DBE9BB7C-EF08-423B-8669-02EFF97CEF91}" type="presParOf" srcId="{1B734ED7-C16D-4F91-9020-A54D3809B1AF}" destId="{50DFC0E5-C2F7-4FF0-90CC-BD3EC8F01B33}" srcOrd="2" destOrd="0" presId="urn:microsoft.com/office/officeart/2018/2/layout/IconCircleList"/>
    <dgm:cxn modelId="{1B255692-9185-4CFF-9EBB-305339F16453}" type="presParOf" srcId="{1B734ED7-C16D-4F91-9020-A54D3809B1AF}" destId="{7EB56E23-63F6-4D80-8736-CEB28FEF641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49CEA3-E27C-4321-8694-8252232BADE6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2542F3C-0D1D-4538-B1E3-590D6D17F7D4}">
      <dgm:prSet/>
      <dgm:spPr/>
      <dgm:t>
        <a:bodyPr/>
        <a:lstStyle/>
        <a:p>
          <a:r>
            <a:rPr lang="en-US"/>
            <a:t>Keep</a:t>
          </a:r>
        </a:p>
      </dgm:t>
    </dgm:pt>
    <dgm:pt modelId="{833F8E28-F799-4A9F-BE73-AC7CAEDA4A35}" type="parTrans" cxnId="{7F15E9D5-38ED-4F12-8244-B5E7315B776F}">
      <dgm:prSet/>
      <dgm:spPr/>
      <dgm:t>
        <a:bodyPr/>
        <a:lstStyle/>
        <a:p>
          <a:endParaRPr lang="en-US"/>
        </a:p>
      </dgm:t>
    </dgm:pt>
    <dgm:pt modelId="{AA1FAEB5-56A1-451F-B1BC-E3C44E73E863}" type="sibTrans" cxnId="{7F15E9D5-38ED-4F12-8244-B5E7315B776F}">
      <dgm:prSet/>
      <dgm:spPr/>
      <dgm:t>
        <a:bodyPr/>
        <a:lstStyle/>
        <a:p>
          <a:endParaRPr lang="en-US"/>
        </a:p>
      </dgm:t>
    </dgm:pt>
    <dgm:pt modelId="{B80B9FB3-4638-459E-B2A4-267B338963BC}">
      <dgm:prSet/>
      <dgm:spPr/>
      <dgm:t>
        <a:bodyPr/>
        <a:lstStyle/>
        <a:p>
          <a:r>
            <a:rPr lang="en-US"/>
            <a:t>Keep rotations sustainable: max 12 hours/day, limit night calls.</a:t>
          </a:r>
        </a:p>
      </dgm:t>
    </dgm:pt>
    <dgm:pt modelId="{EFA5A6FE-EC2B-44C9-96DA-BE6158B5F7C2}" type="parTrans" cxnId="{0E8FFD0A-9B79-42CB-8C75-E93C76426966}">
      <dgm:prSet/>
      <dgm:spPr/>
      <dgm:t>
        <a:bodyPr/>
        <a:lstStyle/>
        <a:p>
          <a:endParaRPr lang="en-US"/>
        </a:p>
      </dgm:t>
    </dgm:pt>
    <dgm:pt modelId="{D8892C43-CAD2-4E0F-A675-D43AFFBF4D72}" type="sibTrans" cxnId="{0E8FFD0A-9B79-42CB-8C75-E93C76426966}">
      <dgm:prSet/>
      <dgm:spPr/>
      <dgm:t>
        <a:bodyPr/>
        <a:lstStyle/>
        <a:p>
          <a:endParaRPr lang="en-US"/>
        </a:p>
      </dgm:t>
    </dgm:pt>
    <dgm:pt modelId="{4B939CF7-1F2F-49E1-8D59-A16043465054}">
      <dgm:prSet/>
      <dgm:spPr/>
      <dgm:t>
        <a:bodyPr/>
        <a:lstStyle/>
        <a:p>
          <a:r>
            <a:rPr lang="en-US"/>
            <a:t>Minimize</a:t>
          </a:r>
        </a:p>
      </dgm:t>
    </dgm:pt>
    <dgm:pt modelId="{CC57D398-2451-4730-826B-50766DC06C89}" type="parTrans" cxnId="{A661676C-B96D-436C-BAAF-35EFC22110E5}">
      <dgm:prSet/>
      <dgm:spPr/>
      <dgm:t>
        <a:bodyPr/>
        <a:lstStyle/>
        <a:p>
          <a:endParaRPr lang="en-US"/>
        </a:p>
      </dgm:t>
    </dgm:pt>
    <dgm:pt modelId="{1956E733-250F-4600-9F4B-E9D5FAB34359}" type="sibTrans" cxnId="{A661676C-B96D-436C-BAAF-35EFC22110E5}">
      <dgm:prSet/>
      <dgm:spPr/>
      <dgm:t>
        <a:bodyPr/>
        <a:lstStyle/>
        <a:p>
          <a:endParaRPr lang="en-US"/>
        </a:p>
      </dgm:t>
    </dgm:pt>
    <dgm:pt modelId="{E03641D8-BED9-4288-AD0E-41EF6922839C}">
      <dgm:prSet/>
      <dgm:spPr/>
      <dgm:t>
        <a:bodyPr/>
        <a:lstStyle/>
        <a:p>
          <a:r>
            <a:rPr lang="en-US"/>
            <a:t>Minimize alert fatigue with SLOs and alert tuning.</a:t>
          </a:r>
        </a:p>
      </dgm:t>
    </dgm:pt>
    <dgm:pt modelId="{A6C58018-1EB2-4D20-94B0-5DEEB99B12C6}" type="parTrans" cxnId="{56B149F8-16F2-49B4-9FE2-E0EDB2EDACAB}">
      <dgm:prSet/>
      <dgm:spPr/>
      <dgm:t>
        <a:bodyPr/>
        <a:lstStyle/>
        <a:p>
          <a:endParaRPr lang="en-US"/>
        </a:p>
      </dgm:t>
    </dgm:pt>
    <dgm:pt modelId="{2C73957F-D581-446E-B22B-E47A49FA68F0}" type="sibTrans" cxnId="{56B149F8-16F2-49B4-9FE2-E0EDB2EDACAB}">
      <dgm:prSet/>
      <dgm:spPr/>
      <dgm:t>
        <a:bodyPr/>
        <a:lstStyle/>
        <a:p>
          <a:endParaRPr lang="en-US"/>
        </a:p>
      </dgm:t>
    </dgm:pt>
    <dgm:pt modelId="{C7C7C59E-3F66-45ED-9736-5456BDB4F9FA}">
      <dgm:prSet/>
      <dgm:spPr/>
      <dgm:t>
        <a:bodyPr/>
        <a:lstStyle/>
        <a:p>
          <a:r>
            <a:rPr lang="en-US"/>
            <a:t>Review</a:t>
          </a:r>
        </a:p>
      </dgm:t>
    </dgm:pt>
    <dgm:pt modelId="{AE439E63-E294-4C98-AEF1-416020C013FB}" type="parTrans" cxnId="{8896DE80-D396-4E51-888B-9B5FB6D6A2AB}">
      <dgm:prSet/>
      <dgm:spPr/>
      <dgm:t>
        <a:bodyPr/>
        <a:lstStyle/>
        <a:p>
          <a:endParaRPr lang="en-US"/>
        </a:p>
      </dgm:t>
    </dgm:pt>
    <dgm:pt modelId="{42AF2EB5-3406-484B-B6FD-24F141520B2A}" type="sibTrans" cxnId="{8896DE80-D396-4E51-888B-9B5FB6D6A2AB}">
      <dgm:prSet/>
      <dgm:spPr/>
      <dgm:t>
        <a:bodyPr/>
        <a:lstStyle/>
        <a:p>
          <a:endParaRPr lang="en-US"/>
        </a:p>
      </dgm:t>
    </dgm:pt>
    <dgm:pt modelId="{B71A0EB0-84EB-4443-8ADE-61172D8EC6B4}">
      <dgm:prSet/>
      <dgm:spPr/>
      <dgm:t>
        <a:bodyPr/>
        <a:lstStyle/>
        <a:p>
          <a:r>
            <a:rPr lang="en-US"/>
            <a:t>Regularly review incidents and adjust load accordingly.</a:t>
          </a:r>
        </a:p>
      </dgm:t>
    </dgm:pt>
    <dgm:pt modelId="{7CEAA84B-5D37-4B3E-A70C-09AC065811FC}" type="parTrans" cxnId="{B3D502A4-0189-4465-AB27-02554237FC63}">
      <dgm:prSet/>
      <dgm:spPr/>
      <dgm:t>
        <a:bodyPr/>
        <a:lstStyle/>
        <a:p>
          <a:endParaRPr lang="en-US"/>
        </a:p>
      </dgm:t>
    </dgm:pt>
    <dgm:pt modelId="{D58FFB7E-1B35-42D1-940A-CDF2F2A7BC8A}" type="sibTrans" cxnId="{B3D502A4-0189-4465-AB27-02554237FC63}">
      <dgm:prSet/>
      <dgm:spPr/>
      <dgm:t>
        <a:bodyPr/>
        <a:lstStyle/>
        <a:p>
          <a:endParaRPr lang="en-US"/>
        </a:p>
      </dgm:t>
    </dgm:pt>
    <dgm:pt modelId="{68DD4D12-8CA1-481A-81DA-F364CF92A5F2}">
      <dgm:prSet/>
      <dgm:spPr/>
      <dgm:t>
        <a:bodyPr/>
        <a:lstStyle/>
        <a:p>
          <a:r>
            <a:rPr lang="en-US"/>
            <a:t>Avoid</a:t>
          </a:r>
        </a:p>
      </dgm:t>
    </dgm:pt>
    <dgm:pt modelId="{EBB3D622-70EA-4AD6-9991-D0B35B6CAC38}" type="parTrans" cxnId="{AE3E3A50-E4E8-49DF-B535-23F70B29EB01}">
      <dgm:prSet/>
      <dgm:spPr/>
      <dgm:t>
        <a:bodyPr/>
        <a:lstStyle/>
        <a:p>
          <a:endParaRPr lang="en-US"/>
        </a:p>
      </dgm:t>
    </dgm:pt>
    <dgm:pt modelId="{C74F960C-B7CE-487F-8FBC-9A2303E25A2F}" type="sibTrans" cxnId="{AE3E3A50-E4E8-49DF-B535-23F70B29EB01}">
      <dgm:prSet/>
      <dgm:spPr/>
      <dgm:t>
        <a:bodyPr/>
        <a:lstStyle/>
        <a:p>
          <a:endParaRPr lang="en-US"/>
        </a:p>
      </dgm:t>
    </dgm:pt>
    <dgm:pt modelId="{16B90475-82A7-4B4A-8367-79B1B5413154}">
      <dgm:prSet/>
      <dgm:spPr/>
      <dgm:t>
        <a:bodyPr/>
        <a:lstStyle/>
        <a:p>
          <a:r>
            <a:rPr lang="en-US"/>
            <a:t>Avoid overload with backup responders.</a:t>
          </a:r>
        </a:p>
      </dgm:t>
    </dgm:pt>
    <dgm:pt modelId="{8629A58A-2749-4624-9142-CACA347EDBAD}" type="parTrans" cxnId="{BC1918BB-D2E0-4952-A637-48287A467443}">
      <dgm:prSet/>
      <dgm:spPr/>
      <dgm:t>
        <a:bodyPr/>
        <a:lstStyle/>
        <a:p>
          <a:endParaRPr lang="en-US"/>
        </a:p>
      </dgm:t>
    </dgm:pt>
    <dgm:pt modelId="{4139277F-396F-49E8-A6D3-87827641459B}" type="sibTrans" cxnId="{BC1918BB-D2E0-4952-A637-48287A467443}">
      <dgm:prSet/>
      <dgm:spPr/>
      <dgm:t>
        <a:bodyPr/>
        <a:lstStyle/>
        <a:p>
          <a:endParaRPr lang="en-US"/>
        </a:p>
      </dgm:t>
    </dgm:pt>
    <dgm:pt modelId="{83A84F96-EFF4-4289-98CC-25BF5B2A2ECA}" type="pres">
      <dgm:prSet presAssocID="{1649CEA3-E27C-4321-8694-8252232BADE6}" presName="Name0" presStyleCnt="0">
        <dgm:presLayoutVars>
          <dgm:dir/>
          <dgm:animLvl val="lvl"/>
          <dgm:resizeHandles val="exact"/>
        </dgm:presLayoutVars>
      </dgm:prSet>
      <dgm:spPr/>
    </dgm:pt>
    <dgm:pt modelId="{3B851D88-9B34-48FF-B4AE-C2A3E1E67C4E}" type="pres">
      <dgm:prSet presAssocID="{F2542F3C-0D1D-4538-B1E3-590D6D17F7D4}" presName="composite" presStyleCnt="0"/>
      <dgm:spPr/>
    </dgm:pt>
    <dgm:pt modelId="{B975F1FD-5CF5-490F-BC58-E02E832FFFCE}" type="pres">
      <dgm:prSet presAssocID="{F2542F3C-0D1D-4538-B1E3-590D6D17F7D4}" presName="parTx" presStyleLbl="alignNode1" presStyleIdx="0" presStyleCnt="4">
        <dgm:presLayoutVars>
          <dgm:chMax val="0"/>
          <dgm:chPref val="0"/>
        </dgm:presLayoutVars>
      </dgm:prSet>
      <dgm:spPr/>
    </dgm:pt>
    <dgm:pt modelId="{274C28B8-1547-4EE7-8C24-FE2D018CC5EF}" type="pres">
      <dgm:prSet presAssocID="{F2542F3C-0D1D-4538-B1E3-590D6D17F7D4}" presName="desTx" presStyleLbl="alignAccFollowNode1" presStyleIdx="0" presStyleCnt="4">
        <dgm:presLayoutVars/>
      </dgm:prSet>
      <dgm:spPr/>
    </dgm:pt>
    <dgm:pt modelId="{65ABD377-E7FC-4A75-8E52-58C6792253CA}" type="pres">
      <dgm:prSet presAssocID="{AA1FAEB5-56A1-451F-B1BC-E3C44E73E863}" presName="space" presStyleCnt="0"/>
      <dgm:spPr/>
    </dgm:pt>
    <dgm:pt modelId="{BC56DBED-2BDB-47E2-84AD-2E26FEAAEDA4}" type="pres">
      <dgm:prSet presAssocID="{4B939CF7-1F2F-49E1-8D59-A16043465054}" presName="composite" presStyleCnt="0"/>
      <dgm:spPr/>
    </dgm:pt>
    <dgm:pt modelId="{C37A16FE-1AF2-4B49-A662-FDBA006AE271}" type="pres">
      <dgm:prSet presAssocID="{4B939CF7-1F2F-49E1-8D59-A16043465054}" presName="parTx" presStyleLbl="alignNode1" presStyleIdx="1" presStyleCnt="4">
        <dgm:presLayoutVars>
          <dgm:chMax val="0"/>
          <dgm:chPref val="0"/>
        </dgm:presLayoutVars>
      </dgm:prSet>
      <dgm:spPr/>
    </dgm:pt>
    <dgm:pt modelId="{93302FD7-3DA1-48C9-AEC0-3FF8AD932D13}" type="pres">
      <dgm:prSet presAssocID="{4B939CF7-1F2F-49E1-8D59-A16043465054}" presName="desTx" presStyleLbl="alignAccFollowNode1" presStyleIdx="1" presStyleCnt="4">
        <dgm:presLayoutVars/>
      </dgm:prSet>
      <dgm:spPr/>
    </dgm:pt>
    <dgm:pt modelId="{55B9FA96-6CD2-4AE1-B32E-755A2597EE17}" type="pres">
      <dgm:prSet presAssocID="{1956E733-250F-4600-9F4B-E9D5FAB34359}" presName="space" presStyleCnt="0"/>
      <dgm:spPr/>
    </dgm:pt>
    <dgm:pt modelId="{7573AE4B-1944-4F25-88BD-559B4F6F0C4A}" type="pres">
      <dgm:prSet presAssocID="{C7C7C59E-3F66-45ED-9736-5456BDB4F9FA}" presName="composite" presStyleCnt="0"/>
      <dgm:spPr/>
    </dgm:pt>
    <dgm:pt modelId="{B867C9E7-0BDE-45A6-9B2E-979AC92BF8A3}" type="pres">
      <dgm:prSet presAssocID="{C7C7C59E-3F66-45ED-9736-5456BDB4F9FA}" presName="parTx" presStyleLbl="alignNode1" presStyleIdx="2" presStyleCnt="4">
        <dgm:presLayoutVars>
          <dgm:chMax val="0"/>
          <dgm:chPref val="0"/>
        </dgm:presLayoutVars>
      </dgm:prSet>
      <dgm:spPr/>
    </dgm:pt>
    <dgm:pt modelId="{CD39397D-9DC3-4DE3-9AB4-6A8E57C58F3E}" type="pres">
      <dgm:prSet presAssocID="{C7C7C59E-3F66-45ED-9736-5456BDB4F9FA}" presName="desTx" presStyleLbl="alignAccFollowNode1" presStyleIdx="2" presStyleCnt="4">
        <dgm:presLayoutVars/>
      </dgm:prSet>
      <dgm:spPr/>
    </dgm:pt>
    <dgm:pt modelId="{C9AC37D0-6B76-4D95-BCB2-AA7F3B735A48}" type="pres">
      <dgm:prSet presAssocID="{42AF2EB5-3406-484B-B6FD-24F141520B2A}" presName="space" presStyleCnt="0"/>
      <dgm:spPr/>
    </dgm:pt>
    <dgm:pt modelId="{564F7537-9A4B-45EC-8DA0-3DB113F1B381}" type="pres">
      <dgm:prSet presAssocID="{68DD4D12-8CA1-481A-81DA-F364CF92A5F2}" presName="composite" presStyleCnt="0"/>
      <dgm:spPr/>
    </dgm:pt>
    <dgm:pt modelId="{C463778E-0470-4E9A-B1E3-64CB7A266992}" type="pres">
      <dgm:prSet presAssocID="{68DD4D12-8CA1-481A-81DA-F364CF92A5F2}" presName="parTx" presStyleLbl="alignNode1" presStyleIdx="3" presStyleCnt="4">
        <dgm:presLayoutVars>
          <dgm:chMax val="0"/>
          <dgm:chPref val="0"/>
        </dgm:presLayoutVars>
      </dgm:prSet>
      <dgm:spPr/>
    </dgm:pt>
    <dgm:pt modelId="{9F882112-6CF4-4F33-828E-54F49CEB1919}" type="pres">
      <dgm:prSet presAssocID="{68DD4D12-8CA1-481A-81DA-F364CF92A5F2}" presName="desTx" presStyleLbl="alignAccFollowNode1" presStyleIdx="3" presStyleCnt="4">
        <dgm:presLayoutVars/>
      </dgm:prSet>
      <dgm:spPr/>
    </dgm:pt>
  </dgm:ptLst>
  <dgm:cxnLst>
    <dgm:cxn modelId="{0E8FFD0A-9B79-42CB-8C75-E93C76426966}" srcId="{F2542F3C-0D1D-4538-B1E3-590D6D17F7D4}" destId="{B80B9FB3-4638-459E-B2A4-267B338963BC}" srcOrd="0" destOrd="0" parTransId="{EFA5A6FE-EC2B-44C9-96DA-BE6158B5F7C2}" sibTransId="{D8892C43-CAD2-4E0F-A675-D43AFFBF4D72}"/>
    <dgm:cxn modelId="{42D3940D-1360-42D6-9149-173B8EC441AE}" type="presOf" srcId="{B80B9FB3-4638-459E-B2A4-267B338963BC}" destId="{274C28B8-1547-4EE7-8C24-FE2D018CC5EF}" srcOrd="0" destOrd="0" presId="urn:microsoft.com/office/officeart/2016/7/layout/HorizontalActionList"/>
    <dgm:cxn modelId="{2188691E-6986-46F3-9125-93D926DC74C6}" type="presOf" srcId="{F2542F3C-0D1D-4538-B1E3-590D6D17F7D4}" destId="{B975F1FD-5CF5-490F-BC58-E02E832FFFCE}" srcOrd="0" destOrd="0" presId="urn:microsoft.com/office/officeart/2016/7/layout/HorizontalActionList"/>
    <dgm:cxn modelId="{0BAE902C-C445-4DAC-8F7D-B642231E39CC}" type="presOf" srcId="{C7C7C59E-3F66-45ED-9736-5456BDB4F9FA}" destId="{B867C9E7-0BDE-45A6-9B2E-979AC92BF8A3}" srcOrd="0" destOrd="0" presId="urn:microsoft.com/office/officeart/2016/7/layout/HorizontalActionList"/>
    <dgm:cxn modelId="{0A60DE5D-BE72-4AB0-9C50-8E8AC33ECCE7}" type="presOf" srcId="{E03641D8-BED9-4288-AD0E-41EF6922839C}" destId="{93302FD7-3DA1-48C9-AEC0-3FF8AD932D13}" srcOrd="0" destOrd="0" presId="urn:microsoft.com/office/officeart/2016/7/layout/HorizontalActionList"/>
    <dgm:cxn modelId="{535B7148-8C00-4E0C-90BE-C8A12742CFC2}" type="presOf" srcId="{1649CEA3-E27C-4321-8694-8252232BADE6}" destId="{83A84F96-EFF4-4289-98CC-25BF5B2A2ECA}" srcOrd="0" destOrd="0" presId="urn:microsoft.com/office/officeart/2016/7/layout/HorizontalActionList"/>
    <dgm:cxn modelId="{A661676C-B96D-436C-BAAF-35EFC22110E5}" srcId="{1649CEA3-E27C-4321-8694-8252232BADE6}" destId="{4B939CF7-1F2F-49E1-8D59-A16043465054}" srcOrd="1" destOrd="0" parTransId="{CC57D398-2451-4730-826B-50766DC06C89}" sibTransId="{1956E733-250F-4600-9F4B-E9D5FAB34359}"/>
    <dgm:cxn modelId="{AE3E3A50-E4E8-49DF-B535-23F70B29EB01}" srcId="{1649CEA3-E27C-4321-8694-8252232BADE6}" destId="{68DD4D12-8CA1-481A-81DA-F364CF92A5F2}" srcOrd="3" destOrd="0" parTransId="{EBB3D622-70EA-4AD6-9991-D0B35B6CAC38}" sibTransId="{C74F960C-B7CE-487F-8FBC-9A2303E25A2F}"/>
    <dgm:cxn modelId="{5B436B50-9A57-4608-B956-5737C1E829B2}" type="presOf" srcId="{B71A0EB0-84EB-4443-8ADE-61172D8EC6B4}" destId="{CD39397D-9DC3-4DE3-9AB4-6A8E57C58F3E}" srcOrd="0" destOrd="0" presId="urn:microsoft.com/office/officeart/2016/7/layout/HorizontalActionList"/>
    <dgm:cxn modelId="{8896DE80-D396-4E51-888B-9B5FB6D6A2AB}" srcId="{1649CEA3-E27C-4321-8694-8252232BADE6}" destId="{C7C7C59E-3F66-45ED-9736-5456BDB4F9FA}" srcOrd="2" destOrd="0" parTransId="{AE439E63-E294-4C98-AEF1-416020C013FB}" sibTransId="{42AF2EB5-3406-484B-B6FD-24F141520B2A}"/>
    <dgm:cxn modelId="{1C29CF9B-12C8-4CEF-8E36-2F3775600DC8}" type="presOf" srcId="{4B939CF7-1F2F-49E1-8D59-A16043465054}" destId="{C37A16FE-1AF2-4B49-A662-FDBA006AE271}" srcOrd="0" destOrd="0" presId="urn:microsoft.com/office/officeart/2016/7/layout/HorizontalActionList"/>
    <dgm:cxn modelId="{B3D502A4-0189-4465-AB27-02554237FC63}" srcId="{C7C7C59E-3F66-45ED-9736-5456BDB4F9FA}" destId="{B71A0EB0-84EB-4443-8ADE-61172D8EC6B4}" srcOrd="0" destOrd="0" parTransId="{7CEAA84B-5D37-4B3E-A70C-09AC065811FC}" sibTransId="{D58FFB7E-1B35-42D1-940A-CDF2F2A7BC8A}"/>
    <dgm:cxn modelId="{6EBD04A6-F251-4522-9A90-CDB04AA01F2B}" type="presOf" srcId="{68DD4D12-8CA1-481A-81DA-F364CF92A5F2}" destId="{C463778E-0470-4E9A-B1E3-64CB7A266992}" srcOrd="0" destOrd="0" presId="urn:microsoft.com/office/officeart/2016/7/layout/HorizontalActionList"/>
    <dgm:cxn modelId="{BC1918BB-D2E0-4952-A637-48287A467443}" srcId="{68DD4D12-8CA1-481A-81DA-F364CF92A5F2}" destId="{16B90475-82A7-4B4A-8367-79B1B5413154}" srcOrd="0" destOrd="0" parTransId="{8629A58A-2749-4624-9142-CACA347EDBAD}" sibTransId="{4139277F-396F-49E8-A6D3-87827641459B}"/>
    <dgm:cxn modelId="{FD1264D3-FDAD-4558-AC68-7522EEF5A162}" type="presOf" srcId="{16B90475-82A7-4B4A-8367-79B1B5413154}" destId="{9F882112-6CF4-4F33-828E-54F49CEB1919}" srcOrd="0" destOrd="0" presId="urn:microsoft.com/office/officeart/2016/7/layout/HorizontalActionList"/>
    <dgm:cxn modelId="{7F15E9D5-38ED-4F12-8244-B5E7315B776F}" srcId="{1649CEA3-E27C-4321-8694-8252232BADE6}" destId="{F2542F3C-0D1D-4538-B1E3-590D6D17F7D4}" srcOrd="0" destOrd="0" parTransId="{833F8E28-F799-4A9F-BE73-AC7CAEDA4A35}" sibTransId="{AA1FAEB5-56A1-451F-B1BC-E3C44E73E863}"/>
    <dgm:cxn modelId="{56B149F8-16F2-49B4-9FE2-E0EDB2EDACAB}" srcId="{4B939CF7-1F2F-49E1-8D59-A16043465054}" destId="{E03641D8-BED9-4288-AD0E-41EF6922839C}" srcOrd="0" destOrd="0" parTransId="{A6C58018-1EB2-4D20-94B0-5DEEB99B12C6}" sibTransId="{2C73957F-D581-446E-B22B-E47A49FA68F0}"/>
    <dgm:cxn modelId="{0CEBADB6-44F3-4BFE-9750-790EC19B3589}" type="presParOf" srcId="{83A84F96-EFF4-4289-98CC-25BF5B2A2ECA}" destId="{3B851D88-9B34-48FF-B4AE-C2A3E1E67C4E}" srcOrd="0" destOrd="0" presId="urn:microsoft.com/office/officeart/2016/7/layout/HorizontalActionList"/>
    <dgm:cxn modelId="{31BD7A38-7313-486F-B8E9-99E02E8E0192}" type="presParOf" srcId="{3B851D88-9B34-48FF-B4AE-C2A3E1E67C4E}" destId="{B975F1FD-5CF5-490F-BC58-E02E832FFFCE}" srcOrd="0" destOrd="0" presId="urn:microsoft.com/office/officeart/2016/7/layout/HorizontalActionList"/>
    <dgm:cxn modelId="{CEC2A763-4DF9-44B7-B6A1-440889F342B6}" type="presParOf" srcId="{3B851D88-9B34-48FF-B4AE-C2A3E1E67C4E}" destId="{274C28B8-1547-4EE7-8C24-FE2D018CC5EF}" srcOrd="1" destOrd="0" presId="urn:microsoft.com/office/officeart/2016/7/layout/HorizontalActionList"/>
    <dgm:cxn modelId="{5624B7D7-9315-457E-B6D0-D0ED96E3C3AC}" type="presParOf" srcId="{83A84F96-EFF4-4289-98CC-25BF5B2A2ECA}" destId="{65ABD377-E7FC-4A75-8E52-58C6792253CA}" srcOrd="1" destOrd="0" presId="urn:microsoft.com/office/officeart/2016/7/layout/HorizontalActionList"/>
    <dgm:cxn modelId="{9D7189D8-866A-4468-AF37-E6A66A3AB601}" type="presParOf" srcId="{83A84F96-EFF4-4289-98CC-25BF5B2A2ECA}" destId="{BC56DBED-2BDB-47E2-84AD-2E26FEAAEDA4}" srcOrd="2" destOrd="0" presId="urn:microsoft.com/office/officeart/2016/7/layout/HorizontalActionList"/>
    <dgm:cxn modelId="{798F90A7-2EB2-4763-A44F-FDFA50EEECD2}" type="presParOf" srcId="{BC56DBED-2BDB-47E2-84AD-2E26FEAAEDA4}" destId="{C37A16FE-1AF2-4B49-A662-FDBA006AE271}" srcOrd="0" destOrd="0" presId="urn:microsoft.com/office/officeart/2016/7/layout/HorizontalActionList"/>
    <dgm:cxn modelId="{2DF437AE-790D-40C6-9EE3-4929538D8EBC}" type="presParOf" srcId="{BC56DBED-2BDB-47E2-84AD-2E26FEAAEDA4}" destId="{93302FD7-3DA1-48C9-AEC0-3FF8AD932D13}" srcOrd="1" destOrd="0" presId="urn:microsoft.com/office/officeart/2016/7/layout/HorizontalActionList"/>
    <dgm:cxn modelId="{54604A74-636E-4CCD-8634-02EB7B2B1133}" type="presParOf" srcId="{83A84F96-EFF4-4289-98CC-25BF5B2A2ECA}" destId="{55B9FA96-6CD2-4AE1-B32E-755A2597EE17}" srcOrd="3" destOrd="0" presId="urn:microsoft.com/office/officeart/2016/7/layout/HorizontalActionList"/>
    <dgm:cxn modelId="{A5BC9DB9-8E08-41DC-A279-DF53F610D016}" type="presParOf" srcId="{83A84F96-EFF4-4289-98CC-25BF5B2A2ECA}" destId="{7573AE4B-1944-4F25-88BD-559B4F6F0C4A}" srcOrd="4" destOrd="0" presId="urn:microsoft.com/office/officeart/2016/7/layout/HorizontalActionList"/>
    <dgm:cxn modelId="{E25FFDE3-ACFC-47AB-B806-4607B82C71B8}" type="presParOf" srcId="{7573AE4B-1944-4F25-88BD-559B4F6F0C4A}" destId="{B867C9E7-0BDE-45A6-9B2E-979AC92BF8A3}" srcOrd="0" destOrd="0" presId="urn:microsoft.com/office/officeart/2016/7/layout/HorizontalActionList"/>
    <dgm:cxn modelId="{1A03EEF5-DD6D-48BF-9BFB-2578153924E2}" type="presParOf" srcId="{7573AE4B-1944-4F25-88BD-559B4F6F0C4A}" destId="{CD39397D-9DC3-4DE3-9AB4-6A8E57C58F3E}" srcOrd="1" destOrd="0" presId="urn:microsoft.com/office/officeart/2016/7/layout/HorizontalActionList"/>
    <dgm:cxn modelId="{51E36EB9-6F90-4F0B-BF47-7F7EED9F2A89}" type="presParOf" srcId="{83A84F96-EFF4-4289-98CC-25BF5B2A2ECA}" destId="{C9AC37D0-6B76-4D95-BCB2-AA7F3B735A48}" srcOrd="5" destOrd="0" presId="urn:microsoft.com/office/officeart/2016/7/layout/HorizontalActionList"/>
    <dgm:cxn modelId="{1948211D-FFD3-4475-9B1C-B4ACAB7F45A3}" type="presParOf" srcId="{83A84F96-EFF4-4289-98CC-25BF5B2A2ECA}" destId="{564F7537-9A4B-45EC-8DA0-3DB113F1B381}" srcOrd="6" destOrd="0" presId="urn:microsoft.com/office/officeart/2016/7/layout/HorizontalActionList"/>
    <dgm:cxn modelId="{F0038CFA-449B-403F-BBA3-9595FE7BCAB2}" type="presParOf" srcId="{564F7537-9A4B-45EC-8DA0-3DB113F1B381}" destId="{C463778E-0470-4E9A-B1E3-64CB7A266992}" srcOrd="0" destOrd="0" presId="urn:microsoft.com/office/officeart/2016/7/layout/HorizontalActionList"/>
    <dgm:cxn modelId="{2629B0F6-1CC6-4737-8A3D-518B9CD7C559}" type="presParOf" srcId="{564F7537-9A4B-45EC-8DA0-3DB113F1B381}" destId="{9F882112-6CF4-4F33-828E-54F49CEB1919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36BC7E-FA90-43C1-9745-10BAA203B4E0}" type="doc">
      <dgm:prSet loTypeId="urn:microsoft.com/office/officeart/2016/7/layout/HorizontalAction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6097DE-C7E2-4E71-A34D-FC43F852F7CC}">
      <dgm:prSet/>
      <dgm:spPr/>
      <dgm:t>
        <a:bodyPr/>
        <a:lstStyle/>
        <a:p>
          <a:r>
            <a:rPr lang="en-US"/>
            <a:t>Define</a:t>
          </a:r>
        </a:p>
      </dgm:t>
    </dgm:pt>
    <dgm:pt modelId="{6222B521-840A-418F-91FC-FA75341FE3EE}" type="parTrans" cxnId="{3833199A-0C0F-4446-96FC-B48B88187A65}">
      <dgm:prSet/>
      <dgm:spPr/>
      <dgm:t>
        <a:bodyPr/>
        <a:lstStyle/>
        <a:p>
          <a:endParaRPr lang="en-US"/>
        </a:p>
      </dgm:t>
    </dgm:pt>
    <dgm:pt modelId="{48075295-6E09-4A8F-9B6B-007F3D5287D6}" type="sibTrans" cxnId="{3833199A-0C0F-4446-96FC-B48B88187A65}">
      <dgm:prSet/>
      <dgm:spPr/>
      <dgm:t>
        <a:bodyPr/>
        <a:lstStyle/>
        <a:p>
          <a:endParaRPr lang="en-US"/>
        </a:p>
      </dgm:t>
    </dgm:pt>
    <dgm:pt modelId="{2C3C7AE3-4A95-4585-8E0D-9740D8AEF1BC}">
      <dgm:prSet/>
      <dgm:spPr/>
      <dgm:t>
        <a:bodyPr/>
        <a:lstStyle/>
        <a:p>
          <a:r>
            <a:rPr lang="en-US"/>
            <a:t>Define escalation policies clearly.</a:t>
          </a:r>
        </a:p>
      </dgm:t>
    </dgm:pt>
    <dgm:pt modelId="{717F75DD-1DC1-4F32-8D7C-F2CE0E6D06C6}" type="parTrans" cxnId="{5A98ADBB-6E07-4B1B-B973-B542CC425BB8}">
      <dgm:prSet/>
      <dgm:spPr/>
      <dgm:t>
        <a:bodyPr/>
        <a:lstStyle/>
        <a:p>
          <a:endParaRPr lang="en-US"/>
        </a:p>
      </dgm:t>
    </dgm:pt>
    <dgm:pt modelId="{4E40BBEF-7513-4571-BE93-B3AE2B2E132B}" type="sibTrans" cxnId="{5A98ADBB-6E07-4B1B-B973-B542CC425BB8}">
      <dgm:prSet/>
      <dgm:spPr/>
      <dgm:t>
        <a:bodyPr/>
        <a:lstStyle/>
        <a:p>
          <a:endParaRPr lang="en-US"/>
        </a:p>
      </dgm:t>
    </dgm:pt>
    <dgm:pt modelId="{11FD2A8C-0477-459A-BFE1-5579852055FE}">
      <dgm:prSet/>
      <dgm:spPr/>
      <dgm:t>
        <a:bodyPr/>
        <a:lstStyle/>
        <a:p>
          <a:r>
            <a:rPr lang="en-US"/>
            <a:t>Use</a:t>
          </a:r>
        </a:p>
      </dgm:t>
    </dgm:pt>
    <dgm:pt modelId="{63E68F43-0EB9-4D01-A916-AEDB328395DC}" type="parTrans" cxnId="{A059B411-ACF1-44D0-81C4-67DBD66CC7C2}">
      <dgm:prSet/>
      <dgm:spPr/>
      <dgm:t>
        <a:bodyPr/>
        <a:lstStyle/>
        <a:p>
          <a:endParaRPr lang="en-US"/>
        </a:p>
      </dgm:t>
    </dgm:pt>
    <dgm:pt modelId="{2E9F8DC0-4BA0-407B-A9F3-60AB1F6E734C}" type="sibTrans" cxnId="{A059B411-ACF1-44D0-81C4-67DBD66CC7C2}">
      <dgm:prSet/>
      <dgm:spPr/>
      <dgm:t>
        <a:bodyPr/>
        <a:lstStyle/>
        <a:p>
          <a:endParaRPr lang="en-US"/>
        </a:p>
      </dgm:t>
    </dgm:pt>
    <dgm:pt modelId="{930E3F3B-B80D-4F20-99D1-3853570B55AB}">
      <dgm:prSet/>
      <dgm:spPr/>
      <dgm:t>
        <a:bodyPr/>
        <a:lstStyle/>
        <a:p>
          <a:r>
            <a:rPr lang="en-US"/>
            <a:t>Use analytics to optimize schedules.</a:t>
          </a:r>
        </a:p>
      </dgm:t>
    </dgm:pt>
    <dgm:pt modelId="{3CD5E38B-9C7A-479E-83FF-6BD01BF746AE}" type="parTrans" cxnId="{C765A22C-4496-4086-9794-4A81FD3B781E}">
      <dgm:prSet/>
      <dgm:spPr/>
      <dgm:t>
        <a:bodyPr/>
        <a:lstStyle/>
        <a:p>
          <a:endParaRPr lang="en-US"/>
        </a:p>
      </dgm:t>
    </dgm:pt>
    <dgm:pt modelId="{95A06177-D3A5-41E4-BABA-180CA57CD0CA}" type="sibTrans" cxnId="{C765A22C-4496-4086-9794-4A81FD3B781E}">
      <dgm:prSet/>
      <dgm:spPr/>
      <dgm:t>
        <a:bodyPr/>
        <a:lstStyle/>
        <a:p>
          <a:endParaRPr lang="en-US"/>
        </a:p>
      </dgm:t>
    </dgm:pt>
    <dgm:pt modelId="{888CA7A1-1CC4-4854-A047-BE43E00B2A4F}">
      <dgm:prSet/>
      <dgm:spPr/>
      <dgm:t>
        <a:bodyPr/>
        <a:lstStyle/>
        <a:p>
          <a:r>
            <a:rPr lang="en-US"/>
            <a:t>Encourage</a:t>
          </a:r>
        </a:p>
      </dgm:t>
    </dgm:pt>
    <dgm:pt modelId="{B9F8B0FF-C74C-4159-91DB-4217FE669977}" type="parTrans" cxnId="{09798F38-7088-4EA0-94D6-CE35747B53A2}">
      <dgm:prSet/>
      <dgm:spPr/>
      <dgm:t>
        <a:bodyPr/>
        <a:lstStyle/>
        <a:p>
          <a:endParaRPr lang="en-US"/>
        </a:p>
      </dgm:t>
    </dgm:pt>
    <dgm:pt modelId="{BAC948DF-0E39-43B6-A523-AEA777D82490}" type="sibTrans" cxnId="{09798F38-7088-4EA0-94D6-CE35747B53A2}">
      <dgm:prSet/>
      <dgm:spPr/>
      <dgm:t>
        <a:bodyPr/>
        <a:lstStyle/>
        <a:p>
          <a:endParaRPr lang="en-US"/>
        </a:p>
      </dgm:t>
    </dgm:pt>
    <dgm:pt modelId="{49CB4949-8B37-4B67-AD3E-5E75EC200313}">
      <dgm:prSet/>
      <dgm:spPr/>
      <dgm:t>
        <a:bodyPr/>
        <a:lstStyle/>
        <a:p>
          <a:r>
            <a:rPr lang="en-US"/>
            <a:t>Encourage post-incident reviews (blameless).</a:t>
          </a:r>
        </a:p>
      </dgm:t>
    </dgm:pt>
    <dgm:pt modelId="{AD7DF5FD-473B-445A-94A2-D7019F146984}" type="parTrans" cxnId="{C4536530-80E4-4D86-91E3-C883C6564425}">
      <dgm:prSet/>
      <dgm:spPr/>
      <dgm:t>
        <a:bodyPr/>
        <a:lstStyle/>
        <a:p>
          <a:endParaRPr lang="en-US"/>
        </a:p>
      </dgm:t>
    </dgm:pt>
    <dgm:pt modelId="{34B49EB9-DC95-4EEE-A4AA-BD9679A7CCC2}" type="sibTrans" cxnId="{C4536530-80E4-4D86-91E3-C883C6564425}">
      <dgm:prSet/>
      <dgm:spPr/>
      <dgm:t>
        <a:bodyPr/>
        <a:lstStyle/>
        <a:p>
          <a:endParaRPr lang="en-US"/>
        </a:p>
      </dgm:t>
    </dgm:pt>
    <dgm:pt modelId="{17FBDFFB-8B04-4F95-9A9F-90FC863225E3}">
      <dgm:prSet/>
      <dgm:spPr/>
      <dgm:t>
        <a:bodyPr/>
        <a:lstStyle/>
        <a:p>
          <a:r>
            <a:rPr lang="en-US"/>
            <a:t>Rotate</a:t>
          </a:r>
        </a:p>
      </dgm:t>
    </dgm:pt>
    <dgm:pt modelId="{44189F59-5E64-43DF-98E9-2450AEE45D22}" type="parTrans" cxnId="{0806B5A9-8DE9-4A35-976F-DDE668DC2F0E}">
      <dgm:prSet/>
      <dgm:spPr/>
      <dgm:t>
        <a:bodyPr/>
        <a:lstStyle/>
        <a:p>
          <a:endParaRPr lang="en-US"/>
        </a:p>
      </dgm:t>
    </dgm:pt>
    <dgm:pt modelId="{4EF281A7-FBD3-4F84-AC3C-DE3027E2AEF3}" type="sibTrans" cxnId="{0806B5A9-8DE9-4A35-976F-DDE668DC2F0E}">
      <dgm:prSet/>
      <dgm:spPr/>
      <dgm:t>
        <a:bodyPr/>
        <a:lstStyle/>
        <a:p>
          <a:endParaRPr lang="en-US"/>
        </a:p>
      </dgm:t>
    </dgm:pt>
    <dgm:pt modelId="{3B39F8C1-5C66-4A06-A98E-453AC129C50D}">
      <dgm:prSet/>
      <dgm:spPr/>
      <dgm:t>
        <a:bodyPr/>
        <a:lstStyle/>
        <a:p>
          <a:r>
            <a:rPr lang="en-US"/>
            <a:t>Rotate fairly and automate reminders.</a:t>
          </a:r>
        </a:p>
      </dgm:t>
    </dgm:pt>
    <dgm:pt modelId="{9BFFDB95-23E7-4E91-9F99-00DC46A58073}" type="parTrans" cxnId="{4C15CA0A-E2D7-489F-9139-17E1249E7752}">
      <dgm:prSet/>
      <dgm:spPr/>
      <dgm:t>
        <a:bodyPr/>
        <a:lstStyle/>
        <a:p>
          <a:endParaRPr lang="en-US"/>
        </a:p>
      </dgm:t>
    </dgm:pt>
    <dgm:pt modelId="{6FE8B767-44E7-472D-8EAA-DF2BED634731}" type="sibTrans" cxnId="{4C15CA0A-E2D7-489F-9139-17E1249E7752}">
      <dgm:prSet/>
      <dgm:spPr/>
      <dgm:t>
        <a:bodyPr/>
        <a:lstStyle/>
        <a:p>
          <a:endParaRPr lang="en-US"/>
        </a:p>
      </dgm:t>
    </dgm:pt>
    <dgm:pt modelId="{E7F85940-1BEE-4AA1-9CB4-B84CE8F6DEC6}" type="pres">
      <dgm:prSet presAssocID="{7936BC7E-FA90-43C1-9745-10BAA203B4E0}" presName="Name0" presStyleCnt="0">
        <dgm:presLayoutVars>
          <dgm:dir/>
          <dgm:animLvl val="lvl"/>
          <dgm:resizeHandles val="exact"/>
        </dgm:presLayoutVars>
      </dgm:prSet>
      <dgm:spPr/>
    </dgm:pt>
    <dgm:pt modelId="{64EE8763-84E0-4951-A692-29A63AFD0B2C}" type="pres">
      <dgm:prSet presAssocID="{136097DE-C7E2-4E71-A34D-FC43F852F7CC}" presName="composite" presStyleCnt="0"/>
      <dgm:spPr/>
    </dgm:pt>
    <dgm:pt modelId="{5696E6CD-B84C-4AA0-9BF6-EED04DA668DB}" type="pres">
      <dgm:prSet presAssocID="{136097DE-C7E2-4E71-A34D-FC43F852F7CC}" presName="parTx" presStyleLbl="alignNode1" presStyleIdx="0" presStyleCnt="4">
        <dgm:presLayoutVars>
          <dgm:chMax val="0"/>
          <dgm:chPref val="0"/>
        </dgm:presLayoutVars>
      </dgm:prSet>
      <dgm:spPr/>
    </dgm:pt>
    <dgm:pt modelId="{F75D61B9-19D0-4F06-A1DE-EB6487FB7B54}" type="pres">
      <dgm:prSet presAssocID="{136097DE-C7E2-4E71-A34D-FC43F852F7CC}" presName="desTx" presStyleLbl="alignAccFollowNode1" presStyleIdx="0" presStyleCnt="4">
        <dgm:presLayoutVars/>
      </dgm:prSet>
      <dgm:spPr/>
    </dgm:pt>
    <dgm:pt modelId="{70F6361B-D1A7-4F83-9910-8F935740EE09}" type="pres">
      <dgm:prSet presAssocID="{48075295-6E09-4A8F-9B6B-007F3D5287D6}" presName="space" presStyleCnt="0"/>
      <dgm:spPr/>
    </dgm:pt>
    <dgm:pt modelId="{A92AF77E-3676-4341-B0D0-C8403697F4ED}" type="pres">
      <dgm:prSet presAssocID="{11FD2A8C-0477-459A-BFE1-5579852055FE}" presName="composite" presStyleCnt="0"/>
      <dgm:spPr/>
    </dgm:pt>
    <dgm:pt modelId="{8BD29262-7F99-4A2C-9AF0-02F3C0F9150C}" type="pres">
      <dgm:prSet presAssocID="{11FD2A8C-0477-459A-BFE1-5579852055FE}" presName="parTx" presStyleLbl="alignNode1" presStyleIdx="1" presStyleCnt="4">
        <dgm:presLayoutVars>
          <dgm:chMax val="0"/>
          <dgm:chPref val="0"/>
        </dgm:presLayoutVars>
      </dgm:prSet>
      <dgm:spPr/>
    </dgm:pt>
    <dgm:pt modelId="{023E5234-305B-4076-9D71-7B8328CD5FB3}" type="pres">
      <dgm:prSet presAssocID="{11FD2A8C-0477-459A-BFE1-5579852055FE}" presName="desTx" presStyleLbl="alignAccFollowNode1" presStyleIdx="1" presStyleCnt="4">
        <dgm:presLayoutVars/>
      </dgm:prSet>
      <dgm:spPr/>
    </dgm:pt>
    <dgm:pt modelId="{0C76F378-B825-4631-98E3-C77959F4F36E}" type="pres">
      <dgm:prSet presAssocID="{2E9F8DC0-4BA0-407B-A9F3-60AB1F6E734C}" presName="space" presStyleCnt="0"/>
      <dgm:spPr/>
    </dgm:pt>
    <dgm:pt modelId="{B27CE237-9C87-4A9B-993F-5CB42E8338AE}" type="pres">
      <dgm:prSet presAssocID="{888CA7A1-1CC4-4854-A047-BE43E00B2A4F}" presName="composite" presStyleCnt="0"/>
      <dgm:spPr/>
    </dgm:pt>
    <dgm:pt modelId="{44FE619D-6763-4527-B2C0-D79986C9A191}" type="pres">
      <dgm:prSet presAssocID="{888CA7A1-1CC4-4854-A047-BE43E00B2A4F}" presName="parTx" presStyleLbl="alignNode1" presStyleIdx="2" presStyleCnt="4">
        <dgm:presLayoutVars>
          <dgm:chMax val="0"/>
          <dgm:chPref val="0"/>
        </dgm:presLayoutVars>
      </dgm:prSet>
      <dgm:spPr/>
    </dgm:pt>
    <dgm:pt modelId="{BE190D56-2987-4CDD-A2AF-F73C1C81CB16}" type="pres">
      <dgm:prSet presAssocID="{888CA7A1-1CC4-4854-A047-BE43E00B2A4F}" presName="desTx" presStyleLbl="alignAccFollowNode1" presStyleIdx="2" presStyleCnt="4">
        <dgm:presLayoutVars/>
      </dgm:prSet>
      <dgm:spPr/>
    </dgm:pt>
    <dgm:pt modelId="{2DEB99B3-6671-4812-81ED-B3C101225428}" type="pres">
      <dgm:prSet presAssocID="{BAC948DF-0E39-43B6-A523-AEA777D82490}" presName="space" presStyleCnt="0"/>
      <dgm:spPr/>
    </dgm:pt>
    <dgm:pt modelId="{69179E78-4AAA-4A03-92D5-0CBD7FAFC212}" type="pres">
      <dgm:prSet presAssocID="{17FBDFFB-8B04-4F95-9A9F-90FC863225E3}" presName="composite" presStyleCnt="0"/>
      <dgm:spPr/>
    </dgm:pt>
    <dgm:pt modelId="{C807B5AC-57E4-4A68-89AD-6A1820D2C249}" type="pres">
      <dgm:prSet presAssocID="{17FBDFFB-8B04-4F95-9A9F-90FC863225E3}" presName="parTx" presStyleLbl="alignNode1" presStyleIdx="3" presStyleCnt="4">
        <dgm:presLayoutVars>
          <dgm:chMax val="0"/>
          <dgm:chPref val="0"/>
        </dgm:presLayoutVars>
      </dgm:prSet>
      <dgm:spPr/>
    </dgm:pt>
    <dgm:pt modelId="{6DAD42C6-5304-47C4-8A89-D093F75B3337}" type="pres">
      <dgm:prSet presAssocID="{17FBDFFB-8B04-4F95-9A9F-90FC863225E3}" presName="desTx" presStyleLbl="alignAccFollowNode1" presStyleIdx="3" presStyleCnt="4">
        <dgm:presLayoutVars/>
      </dgm:prSet>
      <dgm:spPr/>
    </dgm:pt>
  </dgm:ptLst>
  <dgm:cxnLst>
    <dgm:cxn modelId="{4C15CA0A-E2D7-489F-9139-17E1249E7752}" srcId="{17FBDFFB-8B04-4F95-9A9F-90FC863225E3}" destId="{3B39F8C1-5C66-4A06-A98E-453AC129C50D}" srcOrd="0" destOrd="0" parTransId="{9BFFDB95-23E7-4E91-9F99-00DC46A58073}" sibTransId="{6FE8B767-44E7-472D-8EAA-DF2BED634731}"/>
    <dgm:cxn modelId="{A059B411-ACF1-44D0-81C4-67DBD66CC7C2}" srcId="{7936BC7E-FA90-43C1-9745-10BAA203B4E0}" destId="{11FD2A8C-0477-459A-BFE1-5579852055FE}" srcOrd="1" destOrd="0" parTransId="{63E68F43-0EB9-4D01-A916-AEDB328395DC}" sibTransId="{2E9F8DC0-4BA0-407B-A9F3-60AB1F6E734C}"/>
    <dgm:cxn modelId="{C765A22C-4496-4086-9794-4A81FD3B781E}" srcId="{11FD2A8C-0477-459A-BFE1-5579852055FE}" destId="{930E3F3B-B80D-4F20-99D1-3853570B55AB}" srcOrd="0" destOrd="0" parTransId="{3CD5E38B-9C7A-479E-83FF-6BD01BF746AE}" sibTransId="{95A06177-D3A5-41E4-BABA-180CA57CD0CA}"/>
    <dgm:cxn modelId="{C4536530-80E4-4D86-91E3-C883C6564425}" srcId="{888CA7A1-1CC4-4854-A047-BE43E00B2A4F}" destId="{49CB4949-8B37-4B67-AD3E-5E75EC200313}" srcOrd="0" destOrd="0" parTransId="{AD7DF5FD-473B-445A-94A2-D7019F146984}" sibTransId="{34B49EB9-DC95-4EEE-A4AA-BD9679A7CCC2}"/>
    <dgm:cxn modelId="{09798F38-7088-4EA0-94D6-CE35747B53A2}" srcId="{7936BC7E-FA90-43C1-9745-10BAA203B4E0}" destId="{888CA7A1-1CC4-4854-A047-BE43E00B2A4F}" srcOrd="2" destOrd="0" parTransId="{B9F8B0FF-C74C-4159-91DB-4217FE669977}" sibTransId="{BAC948DF-0E39-43B6-A523-AEA777D82490}"/>
    <dgm:cxn modelId="{0104D370-16B0-40CD-BC94-B39A809E8DBA}" type="presOf" srcId="{2C3C7AE3-4A95-4585-8E0D-9740D8AEF1BC}" destId="{F75D61B9-19D0-4F06-A1DE-EB6487FB7B54}" srcOrd="0" destOrd="0" presId="urn:microsoft.com/office/officeart/2016/7/layout/HorizontalActionList"/>
    <dgm:cxn modelId="{51988552-DD41-423F-891A-C894FD2A3463}" type="presOf" srcId="{3B39F8C1-5C66-4A06-A98E-453AC129C50D}" destId="{6DAD42C6-5304-47C4-8A89-D093F75B3337}" srcOrd="0" destOrd="0" presId="urn:microsoft.com/office/officeart/2016/7/layout/HorizontalActionList"/>
    <dgm:cxn modelId="{A39C9755-7C3F-42B8-9579-DB9A00A96D4D}" type="presOf" srcId="{49CB4949-8B37-4B67-AD3E-5E75EC200313}" destId="{BE190D56-2987-4CDD-A2AF-F73C1C81CB16}" srcOrd="0" destOrd="0" presId="urn:microsoft.com/office/officeart/2016/7/layout/HorizontalActionList"/>
    <dgm:cxn modelId="{19B96D58-CD46-4EEF-A341-58328936E67B}" type="presOf" srcId="{11FD2A8C-0477-459A-BFE1-5579852055FE}" destId="{8BD29262-7F99-4A2C-9AF0-02F3C0F9150C}" srcOrd="0" destOrd="0" presId="urn:microsoft.com/office/officeart/2016/7/layout/HorizontalActionList"/>
    <dgm:cxn modelId="{80B5BF7C-A38F-44A5-A067-ACA45C05B59F}" type="presOf" srcId="{888CA7A1-1CC4-4854-A047-BE43E00B2A4F}" destId="{44FE619D-6763-4527-B2C0-D79986C9A191}" srcOrd="0" destOrd="0" presId="urn:microsoft.com/office/officeart/2016/7/layout/HorizontalActionList"/>
    <dgm:cxn modelId="{3833199A-0C0F-4446-96FC-B48B88187A65}" srcId="{7936BC7E-FA90-43C1-9745-10BAA203B4E0}" destId="{136097DE-C7E2-4E71-A34D-FC43F852F7CC}" srcOrd="0" destOrd="0" parTransId="{6222B521-840A-418F-91FC-FA75341FE3EE}" sibTransId="{48075295-6E09-4A8F-9B6B-007F3D5287D6}"/>
    <dgm:cxn modelId="{0806B5A9-8DE9-4A35-976F-DDE668DC2F0E}" srcId="{7936BC7E-FA90-43C1-9745-10BAA203B4E0}" destId="{17FBDFFB-8B04-4F95-9A9F-90FC863225E3}" srcOrd="3" destOrd="0" parTransId="{44189F59-5E64-43DF-98E9-2450AEE45D22}" sibTransId="{4EF281A7-FBD3-4F84-AC3C-DE3027E2AEF3}"/>
    <dgm:cxn modelId="{042225AE-49B6-40A8-8129-9BBADE7B7C84}" type="presOf" srcId="{930E3F3B-B80D-4F20-99D1-3853570B55AB}" destId="{023E5234-305B-4076-9D71-7B8328CD5FB3}" srcOrd="0" destOrd="0" presId="urn:microsoft.com/office/officeart/2016/7/layout/HorizontalActionList"/>
    <dgm:cxn modelId="{5A98ADBB-6E07-4B1B-B973-B542CC425BB8}" srcId="{136097DE-C7E2-4E71-A34D-FC43F852F7CC}" destId="{2C3C7AE3-4A95-4585-8E0D-9740D8AEF1BC}" srcOrd="0" destOrd="0" parTransId="{717F75DD-1DC1-4F32-8D7C-F2CE0E6D06C6}" sibTransId="{4E40BBEF-7513-4571-BE93-B3AE2B2E132B}"/>
    <dgm:cxn modelId="{AF0004DB-937E-492F-A71B-A10471B45D62}" type="presOf" srcId="{136097DE-C7E2-4E71-A34D-FC43F852F7CC}" destId="{5696E6CD-B84C-4AA0-9BF6-EED04DA668DB}" srcOrd="0" destOrd="0" presId="urn:microsoft.com/office/officeart/2016/7/layout/HorizontalActionList"/>
    <dgm:cxn modelId="{286128F0-F6F9-4446-8FE9-8F877D3AA2B0}" type="presOf" srcId="{17FBDFFB-8B04-4F95-9A9F-90FC863225E3}" destId="{C807B5AC-57E4-4A68-89AD-6A1820D2C249}" srcOrd="0" destOrd="0" presId="urn:microsoft.com/office/officeart/2016/7/layout/HorizontalActionList"/>
    <dgm:cxn modelId="{5D0E70F9-71B2-4074-9477-0D31B9BD58E4}" type="presOf" srcId="{7936BC7E-FA90-43C1-9745-10BAA203B4E0}" destId="{E7F85940-1BEE-4AA1-9CB4-B84CE8F6DEC6}" srcOrd="0" destOrd="0" presId="urn:microsoft.com/office/officeart/2016/7/layout/HorizontalActionList"/>
    <dgm:cxn modelId="{210F6CEB-5A93-4285-B527-4E77FB308EEB}" type="presParOf" srcId="{E7F85940-1BEE-4AA1-9CB4-B84CE8F6DEC6}" destId="{64EE8763-84E0-4951-A692-29A63AFD0B2C}" srcOrd="0" destOrd="0" presId="urn:microsoft.com/office/officeart/2016/7/layout/HorizontalActionList"/>
    <dgm:cxn modelId="{DB1090FF-0EBD-4CCC-9749-B7BF049A8A8F}" type="presParOf" srcId="{64EE8763-84E0-4951-A692-29A63AFD0B2C}" destId="{5696E6CD-B84C-4AA0-9BF6-EED04DA668DB}" srcOrd="0" destOrd="0" presId="urn:microsoft.com/office/officeart/2016/7/layout/HorizontalActionList"/>
    <dgm:cxn modelId="{2DD7E3D2-B2F9-4D73-9758-6DAFB962A46C}" type="presParOf" srcId="{64EE8763-84E0-4951-A692-29A63AFD0B2C}" destId="{F75D61B9-19D0-4F06-A1DE-EB6487FB7B54}" srcOrd="1" destOrd="0" presId="urn:microsoft.com/office/officeart/2016/7/layout/HorizontalActionList"/>
    <dgm:cxn modelId="{EFDAF49F-1566-459D-B799-FD0C5DCD47D7}" type="presParOf" srcId="{E7F85940-1BEE-4AA1-9CB4-B84CE8F6DEC6}" destId="{70F6361B-D1A7-4F83-9910-8F935740EE09}" srcOrd="1" destOrd="0" presId="urn:microsoft.com/office/officeart/2016/7/layout/HorizontalActionList"/>
    <dgm:cxn modelId="{C3D9DBA2-DBD6-4D26-B035-88CCB571A119}" type="presParOf" srcId="{E7F85940-1BEE-4AA1-9CB4-B84CE8F6DEC6}" destId="{A92AF77E-3676-4341-B0D0-C8403697F4ED}" srcOrd="2" destOrd="0" presId="urn:microsoft.com/office/officeart/2016/7/layout/HorizontalActionList"/>
    <dgm:cxn modelId="{1389D413-08EF-4D27-A714-3F2268091886}" type="presParOf" srcId="{A92AF77E-3676-4341-B0D0-C8403697F4ED}" destId="{8BD29262-7F99-4A2C-9AF0-02F3C0F9150C}" srcOrd="0" destOrd="0" presId="urn:microsoft.com/office/officeart/2016/7/layout/HorizontalActionList"/>
    <dgm:cxn modelId="{63EB99E4-2951-4E83-8066-5087823DC2C7}" type="presParOf" srcId="{A92AF77E-3676-4341-B0D0-C8403697F4ED}" destId="{023E5234-305B-4076-9D71-7B8328CD5FB3}" srcOrd="1" destOrd="0" presId="urn:microsoft.com/office/officeart/2016/7/layout/HorizontalActionList"/>
    <dgm:cxn modelId="{72103CE6-2975-4843-B69F-D557B86ABCA1}" type="presParOf" srcId="{E7F85940-1BEE-4AA1-9CB4-B84CE8F6DEC6}" destId="{0C76F378-B825-4631-98E3-C77959F4F36E}" srcOrd="3" destOrd="0" presId="urn:microsoft.com/office/officeart/2016/7/layout/HorizontalActionList"/>
    <dgm:cxn modelId="{6C6CFD4D-EE42-467C-BDD5-9EC2AE716AF7}" type="presParOf" srcId="{E7F85940-1BEE-4AA1-9CB4-B84CE8F6DEC6}" destId="{B27CE237-9C87-4A9B-993F-5CB42E8338AE}" srcOrd="4" destOrd="0" presId="urn:microsoft.com/office/officeart/2016/7/layout/HorizontalActionList"/>
    <dgm:cxn modelId="{343B0578-1BCE-44D4-833F-EF7E6316D45D}" type="presParOf" srcId="{B27CE237-9C87-4A9B-993F-5CB42E8338AE}" destId="{44FE619D-6763-4527-B2C0-D79986C9A191}" srcOrd="0" destOrd="0" presId="urn:microsoft.com/office/officeart/2016/7/layout/HorizontalActionList"/>
    <dgm:cxn modelId="{33090141-0071-4189-8713-40F2196C0471}" type="presParOf" srcId="{B27CE237-9C87-4A9B-993F-5CB42E8338AE}" destId="{BE190D56-2987-4CDD-A2AF-F73C1C81CB16}" srcOrd="1" destOrd="0" presId="urn:microsoft.com/office/officeart/2016/7/layout/HorizontalActionList"/>
    <dgm:cxn modelId="{3B6EAA73-6C80-49F0-907E-4922949968CD}" type="presParOf" srcId="{E7F85940-1BEE-4AA1-9CB4-B84CE8F6DEC6}" destId="{2DEB99B3-6671-4812-81ED-B3C101225428}" srcOrd="5" destOrd="0" presId="urn:microsoft.com/office/officeart/2016/7/layout/HorizontalActionList"/>
    <dgm:cxn modelId="{E7340188-2654-4165-B15F-F6BD5A8E8DE6}" type="presParOf" srcId="{E7F85940-1BEE-4AA1-9CB4-B84CE8F6DEC6}" destId="{69179E78-4AAA-4A03-92D5-0CBD7FAFC212}" srcOrd="6" destOrd="0" presId="urn:microsoft.com/office/officeart/2016/7/layout/HorizontalActionList"/>
    <dgm:cxn modelId="{B0B4FAEE-8D32-4A62-A681-981A9C06A20B}" type="presParOf" srcId="{69179E78-4AAA-4A03-92D5-0CBD7FAFC212}" destId="{C807B5AC-57E4-4A68-89AD-6A1820D2C249}" srcOrd="0" destOrd="0" presId="urn:microsoft.com/office/officeart/2016/7/layout/HorizontalActionList"/>
    <dgm:cxn modelId="{B57E9756-1D15-4C4A-B049-1C38482E6FC3}" type="presParOf" srcId="{69179E78-4AAA-4A03-92D5-0CBD7FAFC212}" destId="{6DAD42C6-5304-47C4-8A89-D093F75B3337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987460-0CF4-477D-986A-9306DB80D1F7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AD95D4-2865-4685-9417-4287C17A3DBD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1"/>
            </a:rPr>
            <a:t>Netflix</a:t>
          </a:r>
          <a:r>
            <a:rPr lang="en-US" dirty="0"/>
            <a:t>: Implements a "full-cycle developer" model where engineers are responsible for building/supporting their own services, including on-call rotations.</a:t>
          </a:r>
        </a:p>
      </dgm:t>
    </dgm:pt>
    <dgm:pt modelId="{2DF8896B-822F-4D9A-BB5C-5C7A0D2107BD}" type="parTrans" cxnId="{6D2F1EA9-BAB2-4118-B3BB-3C4B28C971FF}">
      <dgm:prSet/>
      <dgm:spPr/>
      <dgm:t>
        <a:bodyPr/>
        <a:lstStyle/>
        <a:p>
          <a:endParaRPr lang="en-US"/>
        </a:p>
      </dgm:t>
    </dgm:pt>
    <dgm:pt modelId="{0C38E4F6-1ECC-4288-9DD7-C4BBCCDAB77A}" type="sibTrans" cxnId="{6D2F1EA9-BAB2-4118-B3BB-3C4B28C971FF}">
      <dgm:prSet/>
      <dgm:spPr/>
      <dgm:t>
        <a:bodyPr/>
        <a:lstStyle/>
        <a:p>
          <a:endParaRPr lang="en-US"/>
        </a:p>
      </dgm:t>
    </dgm:pt>
    <dgm:pt modelId="{1CDC3290-987D-46A3-A8F6-78AA7A6686AC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2"/>
            </a:rPr>
            <a:t>Etsy</a:t>
          </a:r>
          <a:r>
            <a:rPr lang="en-US" dirty="0"/>
            <a:t>: All engineers in on-call rotations and even developed the open-source tool </a:t>
          </a:r>
          <a:r>
            <a:rPr lang="en-US" dirty="0" err="1"/>
            <a:t>Opsweekly</a:t>
          </a:r>
          <a:r>
            <a:rPr lang="en-US" dirty="0"/>
            <a:t> to survey and optimize schedules</a:t>
          </a:r>
        </a:p>
      </dgm:t>
    </dgm:pt>
    <dgm:pt modelId="{F6F53001-CD51-48AE-9E6E-C70AB60228FD}" type="parTrans" cxnId="{F0B70FFC-452B-45E2-8BC9-97229E9E909E}">
      <dgm:prSet/>
      <dgm:spPr/>
      <dgm:t>
        <a:bodyPr/>
        <a:lstStyle/>
        <a:p>
          <a:endParaRPr lang="en-US"/>
        </a:p>
      </dgm:t>
    </dgm:pt>
    <dgm:pt modelId="{EEFC4BD0-90F4-43E2-A7A7-D612EE0D38C7}" type="sibTrans" cxnId="{F0B70FFC-452B-45E2-8BC9-97229E9E909E}">
      <dgm:prSet/>
      <dgm:spPr/>
      <dgm:t>
        <a:bodyPr/>
        <a:lstStyle/>
        <a:p>
          <a:endParaRPr lang="en-US"/>
        </a:p>
      </dgm:t>
    </dgm:pt>
    <dgm:pt modelId="{C52F60DD-6CFD-4587-8838-0CB9525BD94A}">
      <dgm:prSet/>
      <dgm:spPr/>
      <dgm:t>
        <a:bodyPr/>
        <a:lstStyle/>
        <a:p>
          <a:r>
            <a:rPr lang="en-US" b="0" i="0" baseline="0"/>
            <a:t>DevOps Handbook: “Feature is only done when it performs in production.”</a:t>
          </a:r>
          <a:endParaRPr lang="en-US"/>
        </a:p>
      </dgm:t>
    </dgm:pt>
    <dgm:pt modelId="{FFE7C6F0-6F6E-4EBB-9C8D-ADFE1E44C7B8}" type="parTrans" cxnId="{7106FF14-B98E-4E22-9206-21978D343284}">
      <dgm:prSet/>
      <dgm:spPr/>
      <dgm:t>
        <a:bodyPr/>
        <a:lstStyle/>
        <a:p>
          <a:endParaRPr lang="en-US"/>
        </a:p>
      </dgm:t>
    </dgm:pt>
    <dgm:pt modelId="{1F5BE033-1B7D-4BB1-BD35-96E84FB9D8EF}" type="sibTrans" cxnId="{7106FF14-B98E-4E22-9206-21978D343284}">
      <dgm:prSet/>
      <dgm:spPr/>
      <dgm:t>
        <a:bodyPr/>
        <a:lstStyle/>
        <a:p>
          <a:endParaRPr lang="en-US"/>
        </a:p>
      </dgm:t>
    </dgm:pt>
    <dgm:pt modelId="{9D5D0DCE-97CD-46BA-B3E8-846130FF085F}" type="pres">
      <dgm:prSet presAssocID="{E6987460-0CF4-477D-986A-9306DB80D1F7}" presName="vert0" presStyleCnt="0">
        <dgm:presLayoutVars>
          <dgm:dir/>
          <dgm:animOne val="branch"/>
          <dgm:animLvl val="lvl"/>
        </dgm:presLayoutVars>
      </dgm:prSet>
      <dgm:spPr/>
    </dgm:pt>
    <dgm:pt modelId="{000E3298-5A07-4043-A7E5-96E00EFBE10C}" type="pres">
      <dgm:prSet presAssocID="{DBAD95D4-2865-4685-9417-4287C17A3DBD}" presName="thickLine" presStyleLbl="alignNode1" presStyleIdx="0" presStyleCnt="3"/>
      <dgm:spPr/>
    </dgm:pt>
    <dgm:pt modelId="{30AADA10-FE16-4836-8E16-2989F4CB3136}" type="pres">
      <dgm:prSet presAssocID="{DBAD95D4-2865-4685-9417-4287C17A3DBD}" presName="horz1" presStyleCnt="0"/>
      <dgm:spPr/>
    </dgm:pt>
    <dgm:pt modelId="{66B12CAD-EF51-49E3-BBEF-4CB75D2FC1DD}" type="pres">
      <dgm:prSet presAssocID="{DBAD95D4-2865-4685-9417-4287C17A3DBD}" presName="tx1" presStyleLbl="revTx" presStyleIdx="0" presStyleCnt="3"/>
      <dgm:spPr/>
    </dgm:pt>
    <dgm:pt modelId="{3EB3AAD6-6E29-462F-8D30-D5F90E518350}" type="pres">
      <dgm:prSet presAssocID="{DBAD95D4-2865-4685-9417-4287C17A3DBD}" presName="vert1" presStyleCnt="0"/>
      <dgm:spPr/>
    </dgm:pt>
    <dgm:pt modelId="{A533DE2A-F68B-42E0-9A13-5F257EF1DE0B}" type="pres">
      <dgm:prSet presAssocID="{1CDC3290-987D-46A3-A8F6-78AA7A6686AC}" presName="thickLine" presStyleLbl="alignNode1" presStyleIdx="1" presStyleCnt="3"/>
      <dgm:spPr/>
    </dgm:pt>
    <dgm:pt modelId="{7CE33DC6-5F62-447B-9FF4-18B6322142EF}" type="pres">
      <dgm:prSet presAssocID="{1CDC3290-987D-46A3-A8F6-78AA7A6686AC}" presName="horz1" presStyleCnt="0"/>
      <dgm:spPr/>
    </dgm:pt>
    <dgm:pt modelId="{03D8EC60-E042-489B-84BD-4C64AF94B095}" type="pres">
      <dgm:prSet presAssocID="{1CDC3290-987D-46A3-A8F6-78AA7A6686AC}" presName="tx1" presStyleLbl="revTx" presStyleIdx="1" presStyleCnt="3"/>
      <dgm:spPr/>
    </dgm:pt>
    <dgm:pt modelId="{32BEB2D3-0AC4-4928-831C-0548E1FE8AC4}" type="pres">
      <dgm:prSet presAssocID="{1CDC3290-987D-46A3-A8F6-78AA7A6686AC}" presName="vert1" presStyleCnt="0"/>
      <dgm:spPr/>
    </dgm:pt>
    <dgm:pt modelId="{A82AFD2B-6451-405C-B245-5899EFCDF3D5}" type="pres">
      <dgm:prSet presAssocID="{C52F60DD-6CFD-4587-8838-0CB9525BD94A}" presName="thickLine" presStyleLbl="alignNode1" presStyleIdx="2" presStyleCnt="3"/>
      <dgm:spPr/>
    </dgm:pt>
    <dgm:pt modelId="{5DCA9144-9382-4F83-8FD1-37CB9750BBF6}" type="pres">
      <dgm:prSet presAssocID="{C52F60DD-6CFD-4587-8838-0CB9525BD94A}" presName="horz1" presStyleCnt="0"/>
      <dgm:spPr/>
    </dgm:pt>
    <dgm:pt modelId="{B7FA0A76-89B1-462B-95AD-E3AFCBA12A52}" type="pres">
      <dgm:prSet presAssocID="{C52F60DD-6CFD-4587-8838-0CB9525BD94A}" presName="tx1" presStyleLbl="revTx" presStyleIdx="2" presStyleCnt="3"/>
      <dgm:spPr/>
    </dgm:pt>
    <dgm:pt modelId="{7F0D35E8-E01F-4712-94E6-CA5C862B8FCA}" type="pres">
      <dgm:prSet presAssocID="{C52F60DD-6CFD-4587-8838-0CB9525BD94A}" presName="vert1" presStyleCnt="0"/>
      <dgm:spPr/>
    </dgm:pt>
  </dgm:ptLst>
  <dgm:cxnLst>
    <dgm:cxn modelId="{7106FF14-B98E-4E22-9206-21978D343284}" srcId="{E6987460-0CF4-477D-986A-9306DB80D1F7}" destId="{C52F60DD-6CFD-4587-8838-0CB9525BD94A}" srcOrd="2" destOrd="0" parTransId="{FFE7C6F0-6F6E-4EBB-9C8D-ADFE1E44C7B8}" sibTransId="{1F5BE033-1B7D-4BB1-BD35-96E84FB9D8EF}"/>
    <dgm:cxn modelId="{9D1F752B-8616-4F04-BAAD-AA97E9640CAA}" type="presOf" srcId="{DBAD95D4-2865-4685-9417-4287C17A3DBD}" destId="{66B12CAD-EF51-49E3-BBEF-4CB75D2FC1DD}" srcOrd="0" destOrd="0" presId="urn:microsoft.com/office/officeart/2008/layout/LinedList"/>
    <dgm:cxn modelId="{A345425C-D6DD-4C36-92BA-F2C2C0CBBBF1}" type="presOf" srcId="{1CDC3290-987D-46A3-A8F6-78AA7A6686AC}" destId="{03D8EC60-E042-489B-84BD-4C64AF94B095}" srcOrd="0" destOrd="0" presId="urn:microsoft.com/office/officeart/2008/layout/LinedList"/>
    <dgm:cxn modelId="{243E346A-A495-41CF-8028-84F9A8E49867}" type="presOf" srcId="{C52F60DD-6CFD-4587-8838-0CB9525BD94A}" destId="{B7FA0A76-89B1-462B-95AD-E3AFCBA12A52}" srcOrd="0" destOrd="0" presId="urn:microsoft.com/office/officeart/2008/layout/LinedList"/>
    <dgm:cxn modelId="{8E800C88-FA9B-42BA-8BE4-13D42BAC5560}" type="presOf" srcId="{E6987460-0CF4-477D-986A-9306DB80D1F7}" destId="{9D5D0DCE-97CD-46BA-B3E8-846130FF085F}" srcOrd="0" destOrd="0" presId="urn:microsoft.com/office/officeart/2008/layout/LinedList"/>
    <dgm:cxn modelId="{6D2F1EA9-BAB2-4118-B3BB-3C4B28C971FF}" srcId="{E6987460-0CF4-477D-986A-9306DB80D1F7}" destId="{DBAD95D4-2865-4685-9417-4287C17A3DBD}" srcOrd="0" destOrd="0" parTransId="{2DF8896B-822F-4D9A-BB5C-5C7A0D2107BD}" sibTransId="{0C38E4F6-1ECC-4288-9DD7-C4BBCCDAB77A}"/>
    <dgm:cxn modelId="{F0B70FFC-452B-45E2-8BC9-97229E9E909E}" srcId="{E6987460-0CF4-477D-986A-9306DB80D1F7}" destId="{1CDC3290-987D-46A3-A8F6-78AA7A6686AC}" srcOrd="1" destOrd="0" parTransId="{F6F53001-CD51-48AE-9E6E-C70AB60228FD}" sibTransId="{EEFC4BD0-90F4-43E2-A7A7-D612EE0D38C7}"/>
    <dgm:cxn modelId="{B189AFD6-DC3A-4F84-A5D4-3A0FA58FB24C}" type="presParOf" srcId="{9D5D0DCE-97CD-46BA-B3E8-846130FF085F}" destId="{000E3298-5A07-4043-A7E5-96E00EFBE10C}" srcOrd="0" destOrd="0" presId="urn:microsoft.com/office/officeart/2008/layout/LinedList"/>
    <dgm:cxn modelId="{712E0E6B-B8CB-41E7-92E1-4C7020ADA8AB}" type="presParOf" srcId="{9D5D0DCE-97CD-46BA-B3E8-846130FF085F}" destId="{30AADA10-FE16-4836-8E16-2989F4CB3136}" srcOrd="1" destOrd="0" presId="urn:microsoft.com/office/officeart/2008/layout/LinedList"/>
    <dgm:cxn modelId="{C1CF1FB0-EF20-4F19-8736-EC261A14C9FA}" type="presParOf" srcId="{30AADA10-FE16-4836-8E16-2989F4CB3136}" destId="{66B12CAD-EF51-49E3-BBEF-4CB75D2FC1DD}" srcOrd="0" destOrd="0" presId="urn:microsoft.com/office/officeart/2008/layout/LinedList"/>
    <dgm:cxn modelId="{3CD92363-898D-4B18-9959-BA4CDF95729A}" type="presParOf" srcId="{30AADA10-FE16-4836-8E16-2989F4CB3136}" destId="{3EB3AAD6-6E29-462F-8D30-D5F90E518350}" srcOrd="1" destOrd="0" presId="urn:microsoft.com/office/officeart/2008/layout/LinedList"/>
    <dgm:cxn modelId="{0F628232-2537-439E-81BF-829911D0DD04}" type="presParOf" srcId="{9D5D0DCE-97CD-46BA-B3E8-846130FF085F}" destId="{A533DE2A-F68B-42E0-9A13-5F257EF1DE0B}" srcOrd="2" destOrd="0" presId="urn:microsoft.com/office/officeart/2008/layout/LinedList"/>
    <dgm:cxn modelId="{A89E89ED-A96E-48E9-94FA-BE1A6DF8A994}" type="presParOf" srcId="{9D5D0DCE-97CD-46BA-B3E8-846130FF085F}" destId="{7CE33DC6-5F62-447B-9FF4-18B6322142EF}" srcOrd="3" destOrd="0" presId="urn:microsoft.com/office/officeart/2008/layout/LinedList"/>
    <dgm:cxn modelId="{DACC120D-1BF6-4606-AF3F-4F71BD593EA6}" type="presParOf" srcId="{7CE33DC6-5F62-447B-9FF4-18B6322142EF}" destId="{03D8EC60-E042-489B-84BD-4C64AF94B095}" srcOrd="0" destOrd="0" presId="urn:microsoft.com/office/officeart/2008/layout/LinedList"/>
    <dgm:cxn modelId="{116477E1-0DC1-4174-86AA-68402AABA1F3}" type="presParOf" srcId="{7CE33DC6-5F62-447B-9FF4-18B6322142EF}" destId="{32BEB2D3-0AC4-4928-831C-0548E1FE8AC4}" srcOrd="1" destOrd="0" presId="urn:microsoft.com/office/officeart/2008/layout/LinedList"/>
    <dgm:cxn modelId="{CE95CDFC-8ACA-4084-88D2-469244AE45EB}" type="presParOf" srcId="{9D5D0DCE-97CD-46BA-B3E8-846130FF085F}" destId="{A82AFD2B-6451-405C-B245-5899EFCDF3D5}" srcOrd="4" destOrd="0" presId="urn:microsoft.com/office/officeart/2008/layout/LinedList"/>
    <dgm:cxn modelId="{FFD2875A-E482-4FB3-903D-B74B9F06C911}" type="presParOf" srcId="{9D5D0DCE-97CD-46BA-B3E8-846130FF085F}" destId="{5DCA9144-9382-4F83-8FD1-37CB9750BBF6}" srcOrd="5" destOrd="0" presId="urn:microsoft.com/office/officeart/2008/layout/LinedList"/>
    <dgm:cxn modelId="{BE98B1DA-211F-4FE5-BB42-D99D1DF61598}" type="presParOf" srcId="{5DCA9144-9382-4F83-8FD1-37CB9750BBF6}" destId="{B7FA0A76-89B1-462B-95AD-E3AFCBA12A52}" srcOrd="0" destOrd="0" presId="urn:microsoft.com/office/officeart/2008/layout/LinedList"/>
    <dgm:cxn modelId="{026DC887-A2D7-4966-8599-69DAF2F0A752}" type="presParOf" srcId="{5DCA9144-9382-4F83-8FD1-37CB9750BBF6}" destId="{7F0D35E8-E01F-4712-94E6-CA5C862B8FC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599367-071E-4736-8831-A2315C5C40B2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C3E5D23-B46D-4B30-8C00-B294DD29A9AB}">
      <dgm:prSet/>
      <dgm:spPr/>
      <dgm:t>
        <a:bodyPr/>
        <a:lstStyle/>
        <a:p>
          <a:r>
            <a:rPr lang="en-US"/>
            <a:t>Alert fatigue and burnout.</a:t>
          </a:r>
        </a:p>
      </dgm:t>
    </dgm:pt>
    <dgm:pt modelId="{0F85E8ED-8632-4822-B21D-68C6863B7AB6}" type="parTrans" cxnId="{C8808C02-1AF3-4AA4-BB04-FECDB0445FED}">
      <dgm:prSet/>
      <dgm:spPr/>
      <dgm:t>
        <a:bodyPr/>
        <a:lstStyle/>
        <a:p>
          <a:endParaRPr lang="en-US"/>
        </a:p>
      </dgm:t>
    </dgm:pt>
    <dgm:pt modelId="{D52A04BC-C788-4482-92E8-C27F85CD6D5E}" type="sibTrans" cxnId="{C8808C02-1AF3-4AA4-BB04-FECDB0445FED}">
      <dgm:prSet/>
      <dgm:spPr/>
      <dgm:t>
        <a:bodyPr/>
        <a:lstStyle/>
        <a:p>
          <a:endParaRPr lang="en-US"/>
        </a:p>
      </dgm:t>
    </dgm:pt>
    <dgm:pt modelId="{2EEC7911-2BD2-4CB1-833E-FC91C18A3119}">
      <dgm:prSet/>
      <dgm:spPr/>
      <dgm:t>
        <a:bodyPr/>
        <a:lstStyle/>
        <a:p>
          <a:r>
            <a:rPr lang="en-US"/>
            <a:t>Poor handoff communication.</a:t>
          </a:r>
        </a:p>
      </dgm:t>
    </dgm:pt>
    <dgm:pt modelId="{903CCE35-7CE9-4F43-83E2-58A53C4C0AA2}" type="parTrans" cxnId="{09E8253B-DA63-4379-B213-DB6851364FC4}">
      <dgm:prSet/>
      <dgm:spPr/>
      <dgm:t>
        <a:bodyPr/>
        <a:lstStyle/>
        <a:p>
          <a:endParaRPr lang="en-US"/>
        </a:p>
      </dgm:t>
    </dgm:pt>
    <dgm:pt modelId="{163EE4D6-010C-4CF4-B8E5-EC2EBD6595B1}" type="sibTrans" cxnId="{09E8253B-DA63-4379-B213-DB6851364FC4}">
      <dgm:prSet/>
      <dgm:spPr/>
      <dgm:t>
        <a:bodyPr/>
        <a:lstStyle/>
        <a:p>
          <a:endParaRPr lang="en-US"/>
        </a:p>
      </dgm:t>
    </dgm:pt>
    <dgm:pt modelId="{74B4979A-9946-4175-B795-40FBE653958B}">
      <dgm:prSet/>
      <dgm:spPr/>
      <dgm:t>
        <a:bodyPr/>
        <a:lstStyle/>
        <a:p>
          <a:r>
            <a:rPr lang="en-US"/>
            <a:t>Lack of training for junior engineers.</a:t>
          </a:r>
        </a:p>
      </dgm:t>
    </dgm:pt>
    <dgm:pt modelId="{F0018693-CE50-41F2-9822-8F8DD28B0FB4}" type="parTrans" cxnId="{8BD7BE00-6529-4651-872F-6CA811279B00}">
      <dgm:prSet/>
      <dgm:spPr/>
      <dgm:t>
        <a:bodyPr/>
        <a:lstStyle/>
        <a:p>
          <a:endParaRPr lang="en-US"/>
        </a:p>
      </dgm:t>
    </dgm:pt>
    <dgm:pt modelId="{C4FF3C75-C565-4ED4-A668-7EAFF225FADF}" type="sibTrans" cxnId="{8BD7BE00-6529-4651-872F-6CA811279B00}">
      <dgm:prSet/>
      <dgm:spPr/>
      <dgm:t>
        <a:bodyPr/>
        <a:lstStyle/>
        <a:p>
          <a:endParaRPr lang="en-US"/>
        </a:p>
      </dgm:t>
    </dgm:pt>
    <dgm:pt modelId="{02141871-6C8E-412A-A172-EFAD46492341}">
      <dgm:prSet/>
      <dgm:spPr/>
      <dgm:t>
        <a:bodyPr/>
        <a:lstStyle/>
        <a:p>
          <a:r>
            <a:rPr lang="en-US" b="1" dirty="0"/>
            <a:t>Mitigations:</a:t>
          </a:r>
          <a:endParaRPr lang="en-US" dirty="0"/>
        </a:p>
      </dgm:t>
    </dgm:pt>
    <dgm:pt modelId="{FB4DB8A0-C609-41EC-B5F0-C72C84FD5845}" type="parTrans" cxnId="{5902664A-082B-4A7C-ACBB-C0CE0AFB3E79}">
      <dgm:prSet/>
      <dgm:spPr/>
      <dgm:t>
        <a:bodyPr/>
        <a:lstStyle/>
        <a:p>
          <a:endParaRPr lang="en-US"/>
        </a:p>
      </dgm:t>
    </dgm:pt>
    <dgm:pt modelId="{9F03DF37-3D3F-4298-89AA-B0A708307BC6}" type="sibTrans" cxnId="{5902664A-082B-4A7C-ACBB-C0CE0AFB3E79}">
      <dgm:prSet/>
      <dgm:spPr/>
      <dgm:t>
        <a:bodyPr/>
        <a:lstStyle/>
        <a:p>
          <a:endParaRPr lang="en-US"/>
        </a:p>
      </dgm:t>
    </dgm:pt>
    <dgm:pt modelId="{162A6451-A45C-4C70-A9C1-0BDB0A9D08B9}">
      <dgm:prSet/>
      <dgm:spPr/>
      <dgm:t>
        <a:bodyPr/>
        <a:lstStyle/>
        <a:p>
          <a:r>
            <a:rPr lang="en-US"/>
            <a:t>Runbooks &amp; documentation.</a:t>
          </a:r>
        </a:p>
      </dgm:t>
    </dgm:pt>
    <dgm:pt modelId="{773084A7-CE88-4C51-8494-4CFB313A5A83}" type="parTrans" cxnId="{B7A9CF4F-4BA0-43B5-A210-F86647407D5C}">
      <dgm:prSet/>
      <dgm:spPr/>
      <dgm:t>
        <a:bodyPr/>
        <a:lstStyle/>
        <a:p>
          <a:endParaRPr lang="en-US"/>
        </a:p>
      </dgm:t>
    </dgm:pt>
    <dgm:pt modelId="{C0768E93-9475-448D-8F48-A53283B6B037}" type="sibTrans" cxnId="{B7A9CF4F-4BA0-43B5-A210-F86647407D5C}">
      <dgm:prSet/>
      <dgm:spPr/>
      <dgm:t>
        <a:bodyPr/>
        <a:lstStyle/>
        <a:p>
          <a:endParaRPr lang="en-US"/>
        </a:p>
      </dgm:t>
    </dgm:pt>
    <dgm:pt modelId="{4AB36170-6CB8-4CF3-9E17-01AEA7E1B6D2}">
      <dgm:prSet/>
      <dgm:spPr/>
      <dgm:t>
        <a:bodyPr/>
        <a:lstStyle/>
        <a:p>
          <a:r>
            <a:rPr lang="en-US"/>
            <a:t>Shadowing before live rotations.</a:t>
          </a:r>
        </a:p>
      </dgm:t>
    </dgm:pt>
    <dgm:pt modelId="{82BFE3CE-85CD-4201-9C6D-F931F2C98296}" type="parTrans" cxnId="{D586F3C1-D94F-42A9-A00E-9C201B12603F}">
      <dgm:prSet/>
      <dgm:spPr/>
      <dgm:t>
        <a:bodyPr/>
        <a:lstStyle/>
        <a:p>
          <a:endParaRPr lang="en-US"/>
        </a:p>
      </dgm:t>
    </dgm:pt>
    <dgm:pt modelId="{9728E4C2-0197-45F1-92D0-F57BEB28C500}" type="sibTrans" cxnId="{D586F3C1-D94F-42A9-A00E-9C201B12603F}">
      <dgm:prSet/>
      <dgm:spPr/>
      <dgm:t>
        <a:bodyPr/>
        <a:lstStyle/>
        <a:p>
          <a:endParaRPr lang="en-US"/>
        </a:p>
      </dgm:t>
    </dgm:pt>
    <dgm:pt modelId="{AD8A470C-86F5-4A8E-A392-9B2FB15AC4FC}">
      <dgm:prSet/>
      <dgm:spPr/>
      <dgm:t>
        <a:bodyPr/>
        <a:lstStyle/>
        <a:p>
          <a:r>
            <a:rPr lang="en-US"/>
            <a:t>Automated triage tooling.</a:t>
          </a:r>
        </a:p>
      </dgm:t>
    </dgm:pt>
    <dgm:pt modelId="{F6E90980-F2F5-4F1A-B21C-56126D3D8684}" type="parTrans" cxnId="{B10C62EA-1AC3-43BF-9394-A28855216DC2}">
      <dgm:prSet/>
      <dgm:spPr/>
      <dgm:t>
        <a:bodyPr/>
        <a:lstStyle/>
        <a:p>
          <a:endParaRPr lang="en-US"/>
        </a:p>
      </dgm:t>
    </dgm:pt>
    <dgm:pt modelId="{B77C45EA-7DEA-4FE6-976C-DB2C2DA7A765}" type="sibTrans" cxnId="{B10C62EA-1AC3-43BF-9394-A28855216DC2}">
      <dgm:prSet/>
      <dgm:spPr/>
      <dgm:t>
        <a:bodyPr/>
        <a:lstStyle/>
        <a:p>
          <a:endParaRPr lang="en-US"/>
        </a:p>
      </dgm:t>
    </dgm:pt>
    <dgm:pt modelId="{6D71E769-BA04-49EE-AD14-AD41A43804A3}" type="pres">
      <dgm:prSet presAssocID="{4A599367-071E-4736-8831-A2315C5C40B2}" presName="vert0" presStyleCnt="0">
        <dgm:presLayoutVars>
          <dgm:dir/>
          <dgm:animOne val="branch"/>
          <dgm:animLvl val="lvl"/>
        </dgm:presLayoutVars>
      </dgm:prSet>
      <dgm:spPr/>
    </dgm:pt>
    <dgm:pt modelId="{332544C7-6A23-44D9-8A14-179D3DD5C0CA}" type="pres">
      <dgm:prSet presAssocID="{AC3E5D23-B46D-4B30-8C00-B294DD29A9AB}" presName="thickLine" presStyleLbl="alignNode1" presStyleIdx="0" presStyleCnt="7"/>
      <dgm:spPr/>
    </dgm:pt>
    <dgm:pt modelId="{A9875BA3-33D2-40E9-B179-23805F1133FB}" type="pres">
      <dgm:prSet presAssocID="{AC3E5D23-B46D-4B30-8C00-B294DD29A9AB}" presName="horz1" presStyleCnt="0"/>
      <dgm:spPr/>
    </dgm:pt>
    <dgm:pt modelId="{B0030DE4-D103-4847-9083-2756D97A81E1}" type="pres">
      <dgm:prSet presAssocID="{AC3E5D23-B46D-4B30-8C00-B294DD29A9AB}" presName="tx1" presStyleLbl="revTx" presStyleIdx="0" presStyleCnt="7"/>
      <dgm:spPr/>
    </dgm:pt>
    <dgm:pt modelId="{56D0F09A-5102-482B-8673-82E412DA7118}" type="pres">
      <dgm:prSet presAssocID="{AC3E5D23-B46D-4B30-8C00-B294DD29A9AB}" presName="vert1" presStyleCnt="0"/>
      <dgm:spPr/>
    </dgm:pt>
    <dgm:pt modelId="{E7C2F130-015E-44FB-9B26-335BE52D0C76}" type="pres">
      <dgm:prSet presAssocID="{2EEC7911-2BD2-4CB1-833E-FC91C18A3119}" presName="thickLine" presStyleLbl="alignNode1" presStyleIdx="1" presStyleCnt="7"/>
      <dgm:spPr/>
    </dgm:pt>
    <dgm:pt modelId="{95369F78-0001-4A90-AD05-DDC89995DDAD}" type="pres">
      <dgm:prSet presAssocID="{2EEC7911-2BD2-4CB1-833E-FC91C18A3119}" presName="horz1" presStyleCnt="0"/>
      <dgm:spPr/>
    </dgm:pt>
    <dgm:pt modelId="{6E964C0F-3A6E-40E5-9D0B-7F11D377EC92}" type="pres">
      <dgm:prSet presAssocID="{2EEC7911-2BD2-4CB1-833E-FC91C18A3119}" presName="tx1" presStyleLbl="revTx" presStyleIdx="1" presStyleCnt="7"/>
      <dgm:spPr/>
    </dgm:pt>
    <dgm:pt modelId="{71D32DF6-749A-4071-BF8B-E73FA939F748}" type="pres">
      <dgm:prSet presAssocID="{2EEC7911-2BD2-4CB1-833E-FC91C18A3119}" presName="vert1" presStyleCnt="0"/>
      <dgm:spPr/>
    </dgm:pt>
    <dgm:pt modelId="{ECEB3890-0E90-412C-89BF-3A21A3D82666}" type="pres">
      <dgm:prSet presAssocID="{74B4979A-9946-4175-B795-40FBE653958B}" presName="thickLine" presStyleLbl="alignNode1" presStyleIdx="2" presStyleCnt="7"/>
      <dgm:spPr/>
    </dgm:pt>
    <dgm:pt modelId="{4966B8DE-74DF-42AD-94BA-CA8DEEBD4183}" type="pres">
      <dgm:prSet presAssocID="{74B4979A-9946-4175-B795-40FBE653958B}" presName="horz1" presStyleCnt="0"/>
      <dgm:spPr/>
    </dgm:pt>
    <dgm:pt modelId="{5CFA8DA4-D333-430B-AB23-E6BBFAD15E94}" type="pres">
      <dgm:prSet presAssocID="{74B4979A-9946-4175-B795-40FBE653958B}" presName="tx1" presStyleLbl="revTx" presStyleIdx="2" presStyleCnt="7"/>
      <dgm:spPr/>
    </dgm:pt>
    <dgm:pt modelId="{A7068425-6DA2-43D0-B5B6-5C3BC2C034D8}" type="pres">
      <dgm:prSet presAssocID="{74B4979A-9946-4175-B795-40FBE653958B}" presName="vert1" presStyleCnt="0"/>
      <dgm:spPr/>
    </dgm:pt>
    <dgm:pt modelId="{E415F5C3-2672-449B-84F8-EC28B5301C85}" type="pres">
      <dgm:prSet presAssocID="{02141871-6C8E-412A-A172-EFAD46492341}" presName="thickLine" presStyleLbl="alignNode1" presStyleIdx="3" presStyleCnt="7"/>
      <dgm:spPr/>
    </dgm:pt>
    <dgm:pt modelId="{0A0E305B-751F-408F-9E5F-CE0F2EF3DC70}" type="pres">
      <dgm:prSet presAssocID="{02141871-6C8E-412A-A172-EFAD46492341}" presName="horz1" presStyleCnt="0"/>
      <dgm:spPr/>
    </dgm:pt>
    <dgm:pt modelId="{6DDBB850-7FD8-4075-B0A4-B046ADDFAC41}" type="pres">
      <dgm:prSet presAssocID="{02141871-6C8E-412A-A172-EFAD46492341}" presName="tx1" presStyleLbl="revTx" presStyleIdx="3" presStyleCnt="7"/>
      <dgm:spPr/>
    </dgm:pt>
    <dgm:pt modelId="{82CEE4D0-8E91-4F92-90F4-0F33E2BFE853}" type="pres">
      <dgm:prSet presAssocID="{02141871-6C8E-412A-A172-EFAD46492341}" presName="vert1" presStyleCnt="0"/>
      <dgm:spPr/>
    </dgm:pt>
    <dgm:pt modelId="{0B1B488C-67F2-44F6-B1E2-C29000DEA457}" type="pres">
      <dgm:prSet presAssocID="{162A6451-A45C-4C70-A9C1-0BDB0A9D08B9}" presName="thickLine" presStyleLbl="alignNode1" presStyleIdx="4" presStyleCnt="7"/>
      <dgm:spPr/>
    </dgm:pt>
    <dgm:pt modelId="{94F46909-1CBA-4E6E-B9DB-CC5942258BAE}" type="pres">
      <dgm:prSet presAssocID="{162A6451-A45C-4C70-A9C1-0BDB0A9D08B9}" presName="horz1" presStyleCnt="0"/>
      <dgm:spPr/>
    </dgm:pt>
    <dgm:pt modelId="{F4F5FB75-503A-4A8C-A05A-7E6D29F15CEF}" type="pres">
      <dgm:prSet presAssocID="{162A6451-A45C-4C70-A9C1-0BDB0A9D08B9}" presName="tx1" presStyleLbl="revTx" presStyleIdx="4" presStyleCnt="7"/>
      <dgm:spPr/>
    </dgm:pt>
    <dgm:pt modelId="{2E19C38C-6EA0-4F97-A278-D2C020800691}" type="pres">
      <dgm:prSet presAssocID="{162A6451-A45C-4C70-A9C1-0BDB0A9D08B9}" presName="vert1" presStyleCnt="0"/>
      <dgm:spPr/>
    </dgm:pt>
    <dgm:pt modelId="{29871978-3116-48A5-9C8E-50642C978FFC}" type="pres">
      <dgm:prSet presAssocID="{4AB36170-6CB8-4CF3-9E17-01AEA7E1B6D2}" presName="thickLine" presStyleLbl="alignNode1" presStyleIdx="5" presStyleCnt="7"/>
      <dgm:spPr/>
    </dgm:pt>
    <dgm:pt modelId="{5D46A083-7996-4DB1-9205-2AD938EC7DF1}" type="pres">
      <dgm:prSet presAssocID="{4AB36170-6CB8-4CF3-9E17-01AEA7E1B6D2}" presName="horz1" presStyleCnt="0"/>
      <dgm:spPr/>
    </dgm:pt>
    <dgm:pt modelId="{B597AB37-4B94-437F-8A9B-0D095C57798D}" type="pres">
      <dgm:prSet presAssocID="{4AB36170-6CB8-4CF3-9E17-01AEA7E1B6D2}" presName="tx1" presStyleLbl="revTx" presStyleIdx="5" presStyleCnt="7"/>
      <dgm:spPr/>
    </dgm:pt>
    <dgm:pt modelId="{A5BE4422-2647-4491-B222-5EDE461D5633}" type="pres">
      <dgm:prSet presAssocID="{4AB36170-6CB8-4CF3-9E17-01AEA7E1B6D2}" presName="vert1" presStyleCnt="0"/>
      <dgm:spPr/>
    </dgm:pt>
    <dgm:pt modelId="{C77379F9-F61E-42A6-99D8-1F2FCD4E0D0E}" type="pres">
      <dgm:prSet presAssocID="{AD8A470C-86F5-4A8E-A392-9B2FB15AC4FC}" presName="thickLine" presStyleLbl="alignNode1" presStyleIdx="6" presStyleCnt="7"/>
      <dgm:spPr/>
    </dgm:pt>
    <dgm:pt modelId="{E2981DFF-821A-446E-B1AA-5E1A7EFA8F88}" type="pres">
      <dgm:prSet presAssocID="{AD8A470C-86F5-4A8E-A392-9B2FB15AC4FC}" presName="horz1" presStyleCnt="0"/>
      <dgm:spPr/>
    </dgm:pt>
    <dgm:pt modelId="{E348CA1C-5D06-4C8F-90D6-EC94755A4E86}" type="pres">
      <dgm:prSet presAssocID="{AD8A470C-86F5-4A8E-A392-9B2FB15AC4FC}" presName="tx1" presStyleLbl="revTx" presStyleIdx="6" presStyleCnt="7"/>
      <dgm:spPr/>
    </dgm:pt>
    <dgm:pt modelId="{242D3844-9478-423D-BF62-C1DAF0172CEE}" type="pres">
      <dgm:prSet presAssocID="{AD8A470C-86F5-4A8E-A392-9B2FB15AC4FC}" presName="vert1" presStyleCnt="0"/>
      <dgm:spPr/>
    </dgm:pt>
  </dgm:ptLst>
  <dgm:cxnLst>
    <dgm:cxn modelId="{8BD7BE00-6529-4651-872F-6CA811279B00}" srcId="{4A599367-071E-4736-8831-A2315C5C40B2}" destId="{74B4979A-9946-4175-B795-40FBE653958B}" srcOrd="2" destOrd="0" parTransId="{F0018693-CE50-41F2-9822-8F8DD28B0FB4}" sibTransId="{C4FF3C75-C565-4ED4-A668-7EAFF225FADF}"/>
    <dgm:cxn modelId="{C8808C02-1AF3-4AA4-BB04-FECDB0445FED}" srcId="{4A599367-071E-4736-8831-A2315C5C40B2}" destId="{AC3E5D23-B46D-4B30-8C00-B294DD29A9AB}" srcOrd="0" destOrd="0" parTransId="{0F85E8ED-8632-4822-B21D-68C6863B7AB6}" sibTransId="{D52A04BC-C788-4482-92E8-C27F85CD6D5E}"/>
    <dgm:cxn modelId="{3218F709-BCBB-48FB-B8A5-2B0683C10156}" type="presOf" srcId="{162A6451-A45C-4C70-A9C1-0BDB0A9D08B9}" destId="{F4F5FB75-503A-4A8C-A05A-7E6D29F15CEF}" srcOrd="0" destOrd="0" presId="urn:microsoft.com/office/officeart/2008/layout/LinedList"/>
    <dgm:cxn modelId="{824A0A18-2125-428C-91F3-02DAE0A3C8E6}" type="presOf" srcId="{4AB36170-6CB8-4CF3-9E17-01AEA7E1B6D2}" destId="{B597AB37-4B94-437F-8A9B-0D095C57798D}" srcOrd="0" destOrd="0" presId="urn:microsoft.com/office/officeart/2008/layout/LinedList"/>
    <dgm:cxn modelId="{8B343919-7A65-4423-85B7-DE112541F459}" type="presOf" srcId="{AC3E5D23-B46D-4B30-8C00-B294DD29A9AB}" destId="{B0030DE4-D103-4847-9083-2756D97A81E1}" srcOrd="0" destOrd="0" presId="urn:microsoft.com/office/officeart/2008/layout/LinedList"/>
    <dgm:cxn modelId="{09E8253B-DA63-4379-B213-DB6851364FC4}" srcId="{4A599367-071E-4736-8831-A2315C5C40B2}" destId="{2EEC7911-2BD2-4CB1-833E-FC91C18A3119}" srcOrd="1" destOrd="0" parTransId="{903CCE35-7CE9-4F43-83E2-58A53C4C0AA2}" sibTransId="{163EE4D6-010C-4CF4-B8E5-EC2EBD6595B1}"/>
    <dgm:cxn modelId="{5902664A-082B-4A7C-ACBB-C0CE0AFB3E79}" srcId="{4A599367-071E-4736-8831-A2315C5C40B2}" destId="{02141871-6C8E-412A-A172-EFAD46492341}" srcOrd="3" destOrd="0" parTransId="{FB4DB8A0-C609-41EC-B5F0-C72C84FD5845}" sibTransId="{9F03DF37-3D3F-4298-89AA-B0A708307BC6}"/>
    <dgm:cxn modelId="{B7A9CF4F-4BA0-43B5-A210-F86647407D5C}" srcId="{4A599367-071E-4736-8831-A2315C5C40B2}" destId="{162A6451-A45C-4C70-A9C1-0BDB0A9D08B9}" srcOrd="4" destOrd="0" parTransId="{773084A7-CE88-4C51-8494-4CFB313A5A83}" sibTransId="{C0768E93-9475-448D-8F48-A53283B6B037}"/>
    <dgm:cxn modelId="{06518D90-CB42-4917-B8A9-CF64A97E3ACF}" type="presOf" srcId="{74B4979A-9946-4175-B795-40FBE653958B}" destId="{5CFA8DA4-D333-430B-AB23-E6BBFAD15E94}" srcOrd="0" destOrd="0" presId="urn:microsoft.com/office/officeart/2008/layout/LinedList"/>
    <dgm:cxn modelId="{D586F3C1-D94F-42A9-A00E-9C201B12603F}" srcId="{4A599367-071E-4736-8831-A2315C5C40B2}" destId="{4AB36170-6CB8-4CF3-9E17-01AEA7E1B6D2}" srcOrd="5" destOrd="0" parTransId="{82BFE3CE-85CD-4201-9C6D-F931F2C98296}" sibTransId="{9728E4C2-0197-45F1-92D0-F57BEB28C500}"/>
    <dgm:cxn modelId="{C5BFE6C7-6BE2-4C3C-B35E-DB3A3DA16EF9}" type="presOf" srcId="{02141871-6C8E-412A-A172-EFAD46492341}" destId="{6DDBB850-7FD8-4075-B0A4-B046ADDFAC41}" srcOrd="0" destOrd="0" presId="urn:microsoft.com/office/officeart/2008/layout/LinedList"/>
    <dgm:cxn modelId="{A3D9EFCC-E930-461A-BA95-2708B6C08CA3}" type="presOf" srcId="{4A599367-071E-4736-8831-A2315C5C40B2}" destId="{6D71E769-BA04-49EE-AD14-AD41A43804A3}" srcOrd="0" destOrd="0" presId="urn:microsoft.com/office/officeart/2008/layout/LinedList"/>
    <dgm:cxn modelId="{69DF45DB-8D71-4B30-82A5-71D4F9F7EE1D}" type="presOf" srcId="{2EEC7911-2BD2-4CB1-833E-FC91C18A3119}" destId="{6E964C0F-3A6E-40E5-9D0B-7F11D377EC92}" srcOrd="0" destOrd="0" presId="urn:microsoft.com/office/officeart/2008/layout/LinedList"/>
    <dgm:cxn modelId="{71B288DB-8010-4B27-B835-5216C316BB6E}" type="presOf" srcId="{AD8A470C-86F5-4A8E-A392-9B2FB15AC4FC}" destId="{E348CA1C-5D06-4C8F-90D6-EC94755A4E86}" srcOrd="0" destOrd="0" presId="urn:microsoft.com/office/officeart/2008/layout/LinedList"/>
    <dgm:cxn modelId="{B10C62EA-1AC3-43BF-9394-A28855216DC2}" srcId="{4A599367-071E-4736-8831-A2315C5C40B2}" destId="{AD8A470C-86F5-4A8E-A392-9B2FB15AC4FC}" srcOrd="6" destOrd="0" parTransId="{F6E90980-F2F5-4F1A-B21C-56126D3D8684}" sibTransId="{B77C45EA-7DEA-4FE6-976C-DB2C2DA7A765}"/>
    <dgm:cxn modelId="{C7A63837-B6D7-4E16-B0CE-0B43653B13D1}" type="presParOf" srcId="{6D71E769-BA04-49EE-AD14-AD41A43804A3}" destId="{332544C7-6A23-44D9-8A14-179D3DD5C0CA}" srcOrd="0" destOrd="0" presId="urn:microsoft.com/office/officeart/2008/layout/LinedList"/>
    <dgm:cxn modelId="{89972567-6DE7-4706-8D0B-C0C1ED5095C2}" type="presParOf" srcId="{6D71E769-BA04-49EE-AD14-AD41A43804A3}" destId="{A9875BA3-33D2-40E9-B179-23805F1133FB}" srcOrd="1" destOrd="0" presId="urn:microsoft.com/office/officeart/2008/layout/LinedList"/>
    <dgm:cxn modelId="{C60EE534-39C3-4390-85ED-AF14B48D2F64}" type="presParOf" srcId="{A9875BA3-33D2-40E9-B179-23805F1133FB}" destId="{B0030DE4-D103-4847-9083-2756D97A81E1}" srcOrd="0" destOrd="0" presId="urn:microsoft.com/office/officeart/2008/layout/LinedList"/>
    <dgm:cxn modelId="{7E54E939-C526-48F2-A7E9-40AF937FCC17}" type="presParOf" srcId="{A9875BA3-33D2-40E9-B179-23805F1133FB}" destId="{56D0F09A-5102-482B-8673-82E412DA7118}" srcOrd="1" destOrd="0" presId="urn:microsoft.com/office/officeart/2008/layout/LinedList"/>
    <dgm:cxn modelId="{86613CD7-1E5F-4D35-B9F0-67992DB17C59}" type="presParOf" srcId="{6D71E769-BA04-49EE-AD14-AD41A43804A3}" destId="{E7C2F130-015E-44FB-9B26-335BE52D0C76}" srcOrd="2" destOrd="0" presId="urn:microsoft.com/office/officeart/2008/layout/LinedList"/>
    <dgm:cxn modelId="{BC312137-8D4A-46A7-B0C9-A2A42C523D26}" type="presParOf" srcId="{6D71E769-BA04-49EE-AD14-AD41A43804A3}" destId="{95369F78-0001-4A90-AD05-DDC89995DDAD}" srcOrd="3" destOrd="0" presId="urn:microsoft.com/office/officeart/2008/layout/LinedList"/>
    <dgm:cxn modelId="{99A72B50-C6E2-462F-9867-7A5190DC076F}" type="presParOf" srcId="{95369F78-0001-4A90-AD05-DDC89995DDAD}" destId="{6E964C0F-3A6E-40E5-9D0B-7F11D377EC92}" srcOrd="0" destOrd="0" presId="urn:microsoft.com/office/officeart/2008/layout/LinedList"/>
    <dgm:cxn modelId="{9F13C9D8-9556-424B-809F-8E6EF3416AE1}" type="presParOf" srcId="{95369F78-0001-4A90-AD05-DDC89995DDAD}" destId="{71D32DF6-749A-4071-BF8B-E73FA939F748}" srcOrd="1" destOrd="0" presId="urn:microsoft.com/office/officeart/2008/layout/LinedList"/>
    <dgm:cxn modelId="{3CB57AD7-8E56-4176-9282-6B3EA2F078C4}" type="presParOf" srcId="{6D71E769-BA04-49EE-AD14-AD41A43804A3}" destId="{ECEB3890-0E90-412C-89BF-3A21A3D82666}" srcOrd="4" destOrd="0" presId="urn:microsoft.com/office/officeart/2008/layout/LinedList"/>
    <dgm:cxn modelId="{D8A5FBAB-4597-45B1-890E-69AF839E6BBE}" type="presParOf" srcId="{6D71E769-BA04-49EE-AD14-AD41A43804A3}" destId="{4966B8DE-74DF-42AD-94BA-CA8DEEBD4183}" srcOrd="5" destOrd="0" presId="urn:microsoft.com/office/officeart/2008/layout/LinedList"/>
    <dgm:cxn modelId="{9316CC9F-0DE8-4E97-9E79-10C25D9A502E}" type="presParOf" srcId="{4966B8DE-74DF-42AD-94BA-CA8DEEBD4183}" destId="{5CFA8DA4-D333-430B-AB23-E6BBFAD15E94}" srcOrd="0" destOrd="0" presId="urn:microsoft.com/office/officeart/2008/layout/LinedList"/>
    <dgm:cxn modelId="{ABB161E0-856D-40B1-BA43-7109D330132E}" type="presParOf" srcId="{4966B8DE-74DF-42AD-94BA-CA8DEEBD4183}" destId="{A7068425-6DA2-43D0-B5B6-5C3BC2C034D8}" srcOrd="1" destOrd="0" presId="urn:microsoft.com/office/officeart/2008/layout/LinedList"/>
    <dgm:cxn modelId="{E104BEA7-D34E-45EF-838F-D005AE5D8117}" type="presParOf" srcId="{6D71E769-BA04-49EE-AD14-AD41A43804A3}" destId="{E415F5C3-2672-449B-84F8-EC28B5301C85}" srcOrd="6" destOrd="0" presId="urn:microsoft.com/office/officeart/2008/layout/LinedList"/>
    <dgm:cxn modelId="{C1C91310-A21F-4F6D-B74E-D5BF763D1CE8}" type="presParOf" srcId="{6D71E769-BA04-49EE-AD14-AD41A43804A3}" destId="{0A0E305B-751F-408F-9E5F-CE0F2EF3DC70}" srcOrd="7" destOrd="0" presId="urn:microsoft.com/office/officeart/2008/layout/LinedList"/>
    <dgm:cxn modelId="{4A7199D8-D061-47DF-812B-7700062F7B0C}" type="presParOf" srcId="{0A0E305B-751F-408F-9E5F-CE0F2EF3DC70}" destId="{6DDBB850-7FD8-4075-B0A4-B046ADDFAC41}" srcOrd="0" destOrd="0" presId="urn:microsoft.com/office/officeart/2008/layout/LinedList"/>
    <dgm:cxn modelId="{5F9D2629-BE24-4355-9AD0-5D2FF78902C2}" type="presParOf" srcId="{0A0E305B-751F-408F-9E5F-CE0F2EF3DC70}" destId="{82CEE4D0-8E91-4F92-90F4-0F33E2BFE853}" srcOrd="1" destOrd="0" presId="urn:microsoft.com/office/officeart/2008/layout/LinedList"/>
    <dgm:cxn modelId="{6B5006A5-B494-4D71-A0AF-13E28AA8C13C}" type="presParOf" srcId="{6D71E769-BA04-49EE-AD14-AD41A43804A3}" destId="{0B1B488C-67F2-44F6-B1E2-C29000DEA457}" srcOrd="8" destOrd="0" presId="urn:microsoft.com/office/officeart/2008/layout/LinedList"/>
    <dgm:cxn modelId="{DA7A8F62-CBB8-409C-A73C-DAC9C3586826}" type="presParOf" srcId="{6D71E769-BA04-49EE-AD14-AD41A43804A3}" destId="{94F46909-1CBA-4E6E-B9DB-CC5942258BAE}" srcOrd="9" destOrd="0" presId="urn:microsoft.com/office/officeart/2008/layout/LinedList"/>
    <dgm:cxn modelId="{1C7707EC-48CC-4783-9CD3-7C6255C44A60}" type="presParOf" srcId="{94F46909-1CBA-4E6E-B9DB-CC5942258BAE}" destId="{F4F5FB75-503A-4A8C-A05A-7E6D29F15CEF}" srcOrd="0" destOrd="0" presId="urn:microsoft.com/office/officeart/2008/layout/LinedList"/>
    <dgm:cxn modelId="{C9178A4D-8F01-43D6-8CBF-F25E4FDD2275}" type="presParOf" srcId="{94F46909-1CBA-4E6E-B9DB-CC5942258BAE}" destId="{2E19C38C-6EA0-4F97-A278-D2C020800691}" srcOrd="1" destOrd="0" presId="urn:microsoft.com/office/officeart/2008/layout/LinedList"/>
    <dgm:cxn modelId="{1DEAA01D-6408-4C1C-A526-EAFDCC0C09DC}" type="presParOf" srcId="{6D71E769-BA04-49EE-AD14-AD41A43804A3}" destId="{29871978-3116-48A5-9C8E-50642C978FFC}" srcOrd="10" destOrd="0" presId="urn:microsoft.com/office/officeart/2008/layout/LinedList"/>
    <dgm:cxn modelId="{985192CE-308B-47C1-9C3B-98F5B19E82B5}" type="presParOf" srcId="{6D71E769-BA04-49EE-AD14-AD41A43804A3}" destId="{5D46A083-7996-4DB1-9205-2AD938EC7DF1}" srcOrd="11" destOrd="0" presId="urn:microsoft.com/office/officeart/2008/layout/LinedList"/>
    <dgm:cxn modelId="{AAEC634E-EB65-410B-850B-96D981D58D54}" type="presParOf" srcId="{5D46A083-7996-4DB1-9205-2AD938EC7DF1}" destId="{B597AB37-4B94-437F-8A9B-0D095C57798D}" srcOrd="0" destOrd="0" presId="urn:microsoft.com/office/officeart/2008/layout/LinedList"/>
    <dgm:cxn modelId="{7976E75D-143D-49A6-9757-3B1A41D410A6}" type="presParOf" srcId="{5D46A083-7996-4DB1-9205-2AD938EC7DF1}" destId="{A5BE4422-2647-4491-B222-5EDE461D5633}" srcOrd="1" destOrd="0" presId="urn:microsoft.com/office/officeart/2008/layout/LinedList"/>
    <dgm:cxn modelId="{B50E3EDE-E76B-48E9-A260-C0C7F93A95C5}" type="presParOf" srcId="{6D71E769-BA04-49EE-AD14-AD41A43804A3}" destId="{C77379F9-F61E-42A6-99D8-1F2FCD4E0D0E}" srcOrd="12" destOrd="0" presId="urn:microsoft.com/office/officeart/2008/layout/LinedList"/>
    <dgm:cxn modelId="{74ADFE40-29BB-4747-8D00-35AF67246A0C}" type="presParOf" srcId="{6D71E769-BA04-49EE-AD14-AD41A43804A3}" destId="{E2981DFF-821A-446E-B1AA-5E1A7EFA8F88}" srcOrd="13" destOrd="0" presId="urn:microsoft.com/office/officeart/2008/layout/LinedList"/>
    <dgm:cxn modelId="{29C08AA5-2146-4E81-B394-4A61323116B0}" type="presParOf" srcId="{E2981DFF-821A-446E-B1AA-5E1A7EFA8F88}" destId="{E348CA1C-5D06-4C8F-90D6-EC94755A4E86}" srcOrd="0" destOrd="0" presId="urn:microsoft.com/office/officeart/2008/layout/LinedList"/>
    <dgm:cxn modelId="{31125619-0A66-4F19-A2E0-81FBCB4C7D71}" type="presParOf" srcId="{E2981DFF-821A-446E-B1AA-5E1A7EFA8F88}" destId="{242D3844-9478-423D-BF62-C1DAF0172CE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F1E30B-9BF0-45E0-9D0A-EA075E049276}">
      <dsp:nvSpPr>
        <dsp:cNvPr id="0" name=""/>
        <dsp:cNvSpPr/>
      </dsp:nvSpPr>
      <dsp:spPr>
        <a:xfrm>
          <a:off x="382898" y="1151943"/>
          <a:ext cx="604800" cy="6048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E5A007-CC0A-4793-9FAD-ABD5DDC701B9}">
      <dsp:nvSpPr>
        <dsp:cNvPr id="0" name=""/>
        <dsp:cNvSpPr/>
      </dsp:nvSpPr>
      <dsp:spPr>
        <a:xfrm>
          <a:off x="509906" y="1278951"/>
          <a:ext cx="350784" cy="3507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5E0FC-7701-4674-A175-EA418CDBA4F0}">
      <dsp:nvSpPr>
        <dsp:cNvPr id="0" name=""/>
        <dsp:cNvSpPr/>
      </dsp:nvSpPr>
      <dsp:spPr>
        <a:xfrm>
          <a:off x="1117298" y="1151943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A shared responsibility model where engineers rotate on-call to handle incidents.</a:t>
          </a:r>
          <a:endParaRPr lang="en-US" sz="1100" kern="1200"/>
        </a:p>
      </dsp:txBody>
      <dsp:txXfrm>
        <a:off x="1117298" y="1151943"/>
        <a:ext cx="1425599" cy="604800"/>
      </dsp:txXfrm>
    </dsp:sp>
    <dsp:sp modelId="{73DFBFE2-7AF2-46E3-9E1B-EFD199E1B0FA}">
      <dsp:nvSpPr>
        <dsp:cNvPr id="0" name=""/>
        <dsp:cNvSpPr/>
      </dsp:nvSpPr>
      <dsp:spPr>
        <a:xfrm>
          <a:off x="2791298" y="1151943"/>
          <a:ext cx="604800" cy="6048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B87088-B897-422F-AC46-7DE661F0EF7A}">
      <dsp:nvSpPr>
        <dsp:cNvPr id="0" name=""/>
        <dsp:cNvSpPr/>
      </dsp:nvSpPr>
      <dsp:spPr>
        <a:xfrm>
          <a:off x="2918306" y="1278951"/>
          <a:ext cx="350784" cy="3507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88D449-5568-48AA-9E20-73CC4B0483C0}">
      <dsp:nvSpPr>
        <dsp:cNvPr id="0" name=""/>
        <dsp:cNvSpPr/>
      </dsp:nvSpPr>
      <dsp:spPr>
        <a:xfrm>
          <a:off x="3525698" y="1151943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Helps detect and resolve production issues quickly.</a:t>
          </a:r>
          <a:endParaRPr lang="en-US" sz="1100" kern="1200"/>
        </a:p>
      </dsp:txBody>
      <dsp:txXfrm>
        <a:off x="3525698" y="1151943"/>
        <a:ext cx="1425599" cy="604800"/>
      </dsp:txXfrm>
    </dsp:sp>
    <dsp:sp modelId="{D626F6E0-AB47-4900-8C02-8D088FCE34D3}">
      <dsp:nvSpPr>
        <dsp:cNvPr id="0" name=""/>
        <dsp:cNvSpPr/>
      </dsp:nvSpPr>
      <dsp:spPr>
        <a:xfrm>
          <a:off x="382898" y="2013091"/>
          <a:ext cx="604800" cy="6048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F92BE-92D6-4472-9879-E7ADE06F3610}">
      <dsp:nvSpPr>
        <dsp:cNvPr id="0" name=""/>
        <dsp:cNvSpPr/>
      </dsp:nvSpPr>
      <dsp:spPr>
        <a:xfrm>
          <a:off x="509906" y="2140099"/>
          <a:ext cx="350784" cy="3507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B95F7-6052-4603-9DF1-9ACCC4CD3F2C}">
      <dsp:nvSpPr>
        <dsp:cNvPr id="0" name=""/>
        <dsp:cNvSpPr/>
      </dsp:nvSpPr>
      <dsp:spPr>
        <a:xfrm>
          <a:off x="1117298" y="2013091"/>
          <a:ext cx="1425599" cy="60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Core to DevOps culture: </a:t>
          </a:r>
          <a:r>
            <a:rPr lang="en-US" sz="1100" b="0" i="0" kern="1200" baseline="0">
              <a:hlinkClick xmlns:r="http://schemas.openxmlformats.org/officeDocument/2006/relationships" r:id="rId7"/>
            </a:rPr>
            <a:t>“You build it, you run it.”</a:t>
          </a:r>
          <a:endParaRPr lang="en-US" sz="1100" kern="1200"/>
        </a:p>
      </dsp:txBody>
      <dsp:txXfrm>
        <a:off x="1117298" y="2013091"/>
        <a:ext cx="1425599" cy="604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9B6A53-1C09-40E0-9BA5-80BF5D933125}">
      <dsp:nvSpPr>
        <dsp:cNvPr id="0" name=""/>
        <dsp:cNvSpPr/>
      </dsp:nvSpPr>
      <dsp:spPr>
        <a:xfrm>
          <a:off x="57097" y="1084612"/>
          <a:ext cx="600075" cy="6000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1E73FD-82E2-4593-8EF1-2CDB5E5559B1}">
      <dsp:nvSpPr>
        <dsp:cNvPr id="0" name=""/>
        <dsp:cNvSpPr/>
      </dsp:nvSpPr>
      <dsp:spPr>
        <a:xfrm>
          <a:off x="183113" y="1210627"/>
          <a:ext cx="348043" cy="3480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173C63-E7AB-4622-B7C7-AD32A514B238}">
      <dsp:nvSpPr>
        <dsp:cNvPr id="0" name=""/>
        <dsp:cNvSpPr/>
      </dsp:nvSpPr>
      <dsp:spPr>
        <a:xfrm>
          <a:off x="785760" y="1084612"/>
          <a:ext cx="1414462" cy="600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Avoids downstream Ops burnout.</a:t>
          </a:r>
        </a:p>
      </dsp:txBody>
      <dsp:txXfrm>
        <a:off x="785760" y="1084612"/>
        <a:ext cx="1414462" cy="600075"/>
      </dsp:txXfrm>
    </dsp:sp>
    <dsp:sp modelId="{9B2FD518-FA53-4BEA-A0B0-77A755BADBBF}">
      <dsp:nvSpPr>
        <dsp:cNvPr id="0" name=""/>
        <dsp:cNvSpPr/>
      </dsp:nvSpPr>
      <dsp:spPr>
        <a:xfrm>
          <a:off x="2446682" y="1084612"/>
          <a:ext cx="600075" cy="6000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277B12-260D-45EB-A095-1F2C37D5B090}">
      <dsp:nvSpPr>
        <dsp:cNvPr id="0" name=""/>
        <dsp:cNvSpPr/>
      </dsp:nvSpPr>
      <dsp:spPr>
        <a:xfrm>
          <a:off x="2572697" y="1210627"/>
          <a:ext cx="348043" cy="3480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1F7FE-671E-407B-88C9-0582B8767049}">
      <dsp:nvSpPr>
        <dsp:cNvPr id="0" name=""/>
        <dsp:cNvSpPr/>
      </dsp:nvSpPr>
      <dsp:spPr>
        <a:xfrm>
          <a:off x="3175344" y="1084612"/>
          <a:ext cx="1414462" cy="600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Surfaces problems upstream as developers feel the impact of their code in production.</a:t>
          </a:r>
        </a:p>
      </dsp:txBody>
      <dsp:txXfrm>
        <a:off x="3175344" y="1084612"/>
        <a:ext cx="1414462" cy="600075"/>
      </dsp:txXfrm>
    </dsp:sp>
    <dsp:sp modelId="{B4DF5F85-1692-43AE-B0D8-DBD6A73EE9A2}">
      <dsp:nvSpPr>
        <dsp:cNvPr id="0" name=""/>
        <dsp:cNvSpPr/>
      </dsp:nvSpPr>
      <dsp:spPr>
        <a:xfrm>
          <a:off x="57097" y="1928461"/>
          <a:ext cx="600075" cy="6000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3F5DA8-D852-41E8-B7FE-A8F143BE3959}">
      <dsp:nvSpPr>
        <dsp:cNvPr id="0" name=""/>
        <dsp:cNvSpPr/>
      </dsp:nvSpPr>
      <dsp:spPr>
        <a:xfrm>
          <a:off x="183113" y="2054477"/>
          <a:ext cx="348043" cy="3480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E67302-11E4-4F0B-9B91-58265C33F434}">
      <dsp:nvSpPr>
        <dsp:cNvPr id="0" name=""/>
        <dsp:cNvSpPr/>
      </dsp:nvSpPr>
      <dsp:spPr>
        <a:xfrm>
          <a:off x="785760" y="1928461"/>
          <a:ext cx="1414462" cy="600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Reduces finger-pointing; improves collaboration across the value stream.</a:t>
          </a:r>
        </a:p>
      </dsp:txBody>
      <dsp:txXfrm>
        <a:off x="785760" y="1928461"/>
        <a:ext cx="1414462" cy="6000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089B23-C086-46FD-84AD-ACCFEA945DBE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1F6630-4A44-4B3F-B5F1-017274B31994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1A01F9-37DA-41AE-8CEA-F2C55EB75EEE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Faster resolution of issues </a:t>
          </a:r>
          <a:endParaRPr lang="en-US" sz="2400" kern="1200" dirty="0"/>
        </a:p>
      </dsp:txBody>
      <dsp:txXfrm>
        <a:off x="1834517" y="469890"/>
        <a:ext cx="3148942" cy="1335915"/>
      </dsp:txXfrm>
    </dsp:sp>
    <dsp:sp modelId="{A41879D0-11CF-4803-9BFA-5D354C1545D7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874623-A564-4B75-866A-415387B23E62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61DD8-C68D-44CF-933D-D05761110687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Greater code quality and accountability.</a:t>
          </a:r>
          <a:endParaRPr lang="en-US" sz="2400" kern="1200"/>
        </a:p>
      </dsp:txBody>
      <dsp:txXfrm>
        <a:off x="7154322" y="469890"/>
        <a:ext cx="3148942" cy="1335915"/>
      </dsp:txXfrm>
    </dsp:sp>
    <dsp:sp modelId="{80BDB8F2-15D2-49EB-B0C2-FAA946DF23F9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FD2BB8-0AD3-4244-A836-9B99344E60D8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3F379-62CB-482D-884A-0F921EB8C6CE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Builds empathy between teams.</a:t>
          </a:r>
          <a:endParaRPr lang="en-US" sz="2400" kern="1200"/>
        </a:p>
      </dsp:txBody>
      <dsp:txXfrm>
        <a:off x="1834517" y="2545532"/>
        <a:ext cx="3148942" cy="1335915"/>
      </dsp:txXfrm>
    </dsp:sp>
    <dsp:sp modelId="{4F77B2FE-16FB-4C19-965B-57E95344C085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BC3E41-F408-4EA9-9478-E1A59F167F69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B56E23-63F6-4D80-8736-CEB28FEF641D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Aligns business goals with production realities.</a:t>
          </a:r>
          <a:endParaRPr lang="en-US" sz="2400" kern="1200"/>
        </a:p>
      </dsp:txBody>
      <dsp:txXfrm>
        <a:off x="7154322" y="2545532"/>
        <a:ext cx="3148942" cy="13359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5F1FD-5CF5-490F-BC58-E02E832FFFCE}">
      <dsp:nvSpPr>
        <dsp:cNvPr id="0" name=""/>
        <dsp:cNvSpPr/>
      </dsp:nvSpPr>
      <dsp:spPr>
        <a:xfrm>
          <a:off x="7438" y="870267"/>
          <a:ext cx="2544259" cy="76327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Keep</a:t>
          </a:r>
        </a:p>
      </dsp:txBody>
      <dsp:txXfrm>
        <a:off x="7438" y="870267"/>
        <a:ext cx="2544259" cy="763277"/>
      </dsp:txXfrm>
    </dsp:sp>
    <dsp:sp modelId="{274C28B8-1547-4EE7-8C24-FE2D018CC5EF}">
      <dsp:nvSpPr>
        <dsp:cNvPr id="0" name=""/>
        <dsp:cNvSpPr/>
      </dsp:nvSpPr>
      <dsp:spPr>
        <a:xfrm>
          <a:off x="7438" y="1633545"/>
          <a:ext cx="2544259" cy="184752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Keep rotations sustainable: max 12 hours/day, limit night calls.</a:t>
          </a:r>
        </a:p>
      </dsp:txBody>
      <dsp:txXfrm>
        <a:off x="7438" y="1633545"/>
        <a:ext cx="2544259" cy="1847524"/>
      </dsp:txXfrm>
    </dsp:sp>
    <dsp:sp modelId="{C37A16FE-1AF2-4B49-A662-FDBA006AE271}">
      <dsp:nvSpPr>
        <dsp:cNvPr id="0" name=""/>
        <dsp:cNvSpPr/>
      </dsp:nvSpPr>
      <dsp:spPr>
        <a:xfrm>
          <a:off x="2659592" y="870267"/>
          <a:ext cx="2544259" cy="763277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Minimize</a:t>
          </a:r>
        </a:p>
      </dsp:txBody>
      <dsp:txXfrm>
        <a:off x="2659592" y="870267"/>
        <a:ext cx="2544259" cy="763277"/>
      </dsp:txXfrm>
    </dsp:sp>
    <dsp:sp modelId="{93302FD7-3DA1-48C9-AEC0-3FF8AD932D13}">
      <dsp:nvSpPr>
        <dsp:cNvPr id="0" name=""/>
        <dsp:cNvSpPr/>
      </dsp:nvSpPr>
      <dsp:spPr>
        <a:xfrm>
          <a:off x="2659592" y="1633545"/>
          <a:ext cx="2544259" cy="1847524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Minimize alert fatigue with SLOs and alert tuning.</a:t>
          </a:r>
        </a:p>
      </dsp:txBody>
      <dsp:txXfrm>
        <a:off x="2659592" y="1633545"/>
        <a:ext cx="2544259" cy="1847524"/>
      </dsp:txXfrm>
    </dsp:sp>
    <dsp:sp modelId="{B867C9E7-0BDE-45A6-9B2E-979AC92BF8A3}">
      <dsp:nvSpPr>
        <dsp:cNvPr id="0" name=""/>
        <dsp:cNvSpPr/>
      </dsp:nvSpPr>
      <dsp:spPr>
        <a:xfrm>
          <a:off x="5311747" y="870267"/>
          <a:ext cx="2544259" cy="763277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Review</a:t>
          </a:r>
        </a:p>
      </dsp:txBody>
      <dsp:txXfrm>
        <a:off x="5311747" y="870267"/>
        <a:ext cx="2544259" cy="763277"/>
      </dsp:txXfrm>
    </dsp:sp>
    <dsp:sp modelId="{CD39397D-9DC3-4DE3-9AB4-6A8E57C58F3E}">
      <dsp:nvSpPr>
        <dsp:cNvPr id="0" name=""/>
        <dsp:cNvSpPr/>
      </dsp:nvSpPr>
      <dsp:spPr>
        <a:xfrm>
          <a:off x="5311747" y="1633545"/>
          <a:ext cx="2544259" cy="1847524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Regularly review incidents and adjust load accordingly.</a:t>
          </a:r>
        </a:p>
      </dsp:txBody>
      <dsp:txXfrm>
        <a:off x="5311747" y="1633545"/>
        <a:ext cx="2544259" cy="1847524"/>
      </dsp:txXfrm>
    </dsp:sp>
    <dsp:sp modelId="{C463778E-0470-4E9A-B1E3-64CB7A266992}">
      <dsp:nvSpPr>
        <dsp:cNvPr id="0" name=""/>
        <dsp:cNvSpPr/>
      </dsp:nvSpPr>
      <dsp:spPr>
        <a:xfrm>
          <a:off x="7963901" y="870267"/>
          <a:ext cx="2544259" cy="763277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Avoid</a:t>
          </a:r>
        </a:p>
      </dsp:txBody>
      <dsp:txXfrm>
        <a:off x="7963901" y="870267"/>
        <a:ext cx="2544259" cy="763277"/>
      </dsp:txXfrm>
    </dsp:sp>
    <dsp:sp modelId="{9F882112-6CF4-4F33-828E-54F49CEB1919}">
      <dsp:nvSpPr>
        <dsp:cNvPr id="0" name=""/>
        <dsp:cNvSpPr/>
      </dsp:nvSpPr>
      <dsp:spPr>
        <a:xfrm>
          <a:off x="7963901" y="1633545"/>
          <a:ext cx="2544259" cy="1847524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Avoid overload with backup responders.</a:t>
          </a:r>
        </a:p>
      </dsp:txBody>
      <dsp:txXfrm>
        <a:off x="7963901" y="1633545"/>
        <a:ext cx="2544259" cy="18475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6E6CD-B84C-4AA0-9BF6-EED04DA668DB}">
      <dsp:nvSpPr>
        <dsp:cNvPr id="0" name=""/>
        <dsp:cNvSpPr/>
      </dsp:nvSpPr>
      <dsp:spPr>
        <a:xfrm>
          <a:off x="7438" y="870267"/>
          <a:ext cx="2544259" cy="76327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Define</a:t>
          </a:r>
        </a:p>
      </dsp:txBody>
      <dsp:txXfrm>
        <a:off x="7438" y="870267"/>
        <a:ext cx="2544259" cy="763277"/>
      </dsp:txXfrm>
    </dsp:sp>
    <dsp:sp modelId="{F75D61B9-19D0-4F06-A1DE-EB6487FB7B54}">
      <dsp:nvSpPr>
        <dsp:cNvPr id="0" name=""/>
        <dsp:cNvSpPr/>
      </dsp:nvSpPr>
      <dsp:spPr>
        <a:xfrm>
          <a:off x="7438" y="1633545"/>
          <a:ext cx="2544259" cy="184752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Define escalation policies clearly.</a:t>
          </a:r>
        </a:p>
      </dsp:txBody>
      <dsp:txXfrm>
        <a:off x="7438" y="1633545"/>
        <a:ext cx="2544259" cy="1847524"/>
      </dsp:txXfrm>
    </dsp:sp>
    <dsp:sp modelId="{8BD29262-7F99-4A2C-9AF0-02F3C0F9150C}">
      <dsp:nvSpPr>
        <dsp:cNvPr id="0" name=""/>
        <dsp:cNvSpPr/>
      </dsp:nvSpPr>
      <dsp:spPr>
        <a:xfrm>
          <a:off x="2659592" y="870267"/>
          <a:ext cx="2544259" cy="763277"/>
        </a:xfrm>
        <a:prstGeom prst="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</a:t>
          </a:r>
        </a:p>
      </dsp:txBody>
      <dsp:txXfrm>
        <a:off x="2659592" y="870267"/>
        <a:ext cx="2544259" cy="763277"/>
      </dsp:txXfrm>
    </dsp:sp>
    <dsp:sp modelId="{023E5234-305B-4076-9D71-7B8328CD5FB3}">
      <dsp:nvSpPr>
        <dsp:cNvPr id="0" name=""/>
        <dsp:cNvSpPr/>
      </dsp:nvSpPr>
      <dsp:spPr>
        <a:xfrm>
          <a:off x="2659592" y="1633545"/>
          <a:ext cx="2544259" cy="1847524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analytics to optimize schedules.</a:t>
          </a:r>
        </a:p>
      </dsp:txBody>
      <dsp:txXfrm>
        <a:off x="2659592" y="1633545"/>
        <a:ext cx="2544259" cy="1847524"/>
      </dsp:txXfrm>
    </dsp:sp>
    <dsp:sp modelId="{44FE619D-6763-4527-B2C0-D79986C9A191}">
      <dsp:nvSpPr>
        <dsp:cNvPr id="0" name=""/>
        <dsp:cNvSpPr/>
      </dsp:nvSpPr>
      <dsp:spPr>
        <a:xfrm>
          <a:off x="5311747" y="870267"/>
          <a:ext cx="2544259" cy="763277"/>
        </a:xfrm>
        <a:prstGeom prst="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Encourage</a:t>
          </a:r>
        </a:p>
      </dsp:txBody>
      <dsp:txXfrm>
        <a:off x="5311747" y="870267"/>
        <a:ext cx="2544259" cy="763277"/>
      </dsp:txXfrm>
    </dsp:sp>
    <dsp:sp modelId="{BE190D56-2987-4CDD-A2AF-F73C1C81CB16}">
      <dsp:nvSpPr>
        <dsp:cNvPr id="0" name=""/>
        <dsp:cNvSpPr/>
      </dsp:nvSpPr>
      <dsp:spPr>
        <a:xfrm>
          <a:off x="5311747" y="1633545"/>
          <a:ext cx="2544259" cy="1847524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Encourage post-incident reviews (blameless).</a:t>
          </a:r>
        </a:p>
      </dsp:txBody>
      <dsp:txXfrm>
        <a:off x="5311747" y="1633545"/>
        <a:ext cx="2544259" cy="1847524"/>
      </dsp:txXfrm>
    </dsp:sp>
    <dsp:sp modelId="{C807B5AC-57E4-4A68-89AD-6A1820D2C249}">
      <dsp:nvSpPr>
        <dsp:cNvPr id="0" name=""/>
        <dsp:cNvSpPr/>
      </dsp:nvSpPr>
      <dsp:spPr>
        <a:xfrm>
          <a:off x="7963901" y="870267"/>
          <a:ext cx="2544259" cy="763277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Rotate</a:t>
          </a:r>
        </a:p>
      </dsp:txBody>
      <dsp:txXfrm>
        <a:off x="7963901" y="870267"/>
        <a:ext cx="2544259" cy="763277"/>
      </dsp:txXfrm>
    </dsp:sp>
    <dsp:sp modelId="{6DAD42C6-5304-47C4-8A89-D093F75B3337}">
      <dsp:nvSpPr>
        <dsp:cNvPr id="0" name=""/>
        <dsp:cNvSpPr/>
      </dsp:nvSpPr>
      <dsp:spPr>
        <a:xfrm>
          <a:off x="7963901" y="1633545"/>
          <a:ext cx="2544259" cy="184752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Rotate fairly and automate reminders.</a:t>
          </a:r>
        </a:p>
      </dsp:txBody>
      <dsp:txXfrm>
        <a:off x="7963901" y="1633545"/>
        <a:ext cx="2544259" cy="18475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E3298-5A07-4043-A7E5-96E00EFBE10C}">
      <dsp:nvSpPr>
        <dsp:cNvPr id="0" name=""/>
        <dsp:cNvSpPr/>
      </dsp:nvSpPr>
      <dsp:spPr>
        <a:xfrm>
          <a:off x="0" y="1764"/>
          <a:ext cx="464690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B12CAD-EF51-49E3-BBEF-4CB75D2FC1DD}">
      <dsp:nvSpPr>
        <dsp:cNvPr id="0" name=""/>
        <dsp:cNvSpPr/>
      </dsp:nvSpPr>
      <dsp:spPr>
        <a:xfrm>
          <a:off x="0" y="1764"/>
          <a:ext cx="4646905" cy="12032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hlinkClick xmlns:r="http://schemas.openxmlformats.org/officeDocument/2006/relationships" r:id="rId1"/>
            </a:rPr>
            <a:t>Netflix</a:t>
          </a:r>
          <a:r>
            <a:rPr lang="en-US" sz="1800" kern="1200" dirty="0"/>
            <a:t>: Implements a "full-cycle developer" model where engineers are responsible for building/supporting their own services, including on-call rotations.</a:t>
          </a:r>
        </a:p>
      </dsp:txBody>
      <dsp:txXfrm>
        <a:off x="0" y="1764"/>
        <a:ext cx="4646905" cy="1203206"/>
      </dsp:txXfrm>
    </dsp:sp>
    <dsp:sp modelId="{A533DE2A-F68B-42E0-9A13-5F257EF1DE0B}">
      <dsp:nvSpPr>
        <dsp:cNvPr id="0" name=""/>
        <dsp:cNvSpPr/>
      </dsp:nvSpPr>
      <dsp:spPr>
        <a:xfrm>
          <a:off x="0" y="1204971"/>
          <a:ext cx="464690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D8EC60-E042-489B-84BD-4C64AF94B095}">
      <dsp:nvSpPr>
        <dsp:cNvPr id="0" name=""/>
        <dsp:cNvSpPr/>
      </dsp:nvSpPr>
      <dsp:spPr>
        <a:xfrm>
          <a:off x="0" y="1204971"/>
          <a:ext cx="4646905" cy="12032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hlinkClick xmlns:r="http://schemas.openxmlformats.org/officeDocument/2006/relationships" r:id="rId2"/>
            </a:rPr>
            <a:t>Etsy</a:t>
          </a:r>
          <a:r>
            <a:rPr lang="en-US" sz="1800" kern="1200" dirty="0"/>
            <a:t>: All engineers in on-call rotations and even developed the open-source tool </a:t>
          </a:r>
          <a:r>
            <a:rPr lang="en-US" sz="1800" kern="1200" dirty="0" err="1"/>
            <a:t>Opsweekly</a:t>
          </a:r>
          <a:r>
            <a:rPr lang="en-US" sz="1800" kern="1200" dirty="0"/>
            <a:t> to survey and optimize schedules</a:t>
          </a:r>
        </a:p>
      </dsp:txBody>
      <dsp:txXfrm>
        <a:off x="0" y="1204971"/>
        <a:ext cx="4646905" cy="1203206"/>
      </dsp:txXfrm>
    </dsp:sp>
    <dsp:sp modelId="{A82AFD2B-6451-405C-B245-5899EFCDF3D5}">
      <dsp:nvSpPr>
        <dsp:cNvPr id="0" name=""/>
        <dsp:cNvSpPr/>
      </dsp:nvSpPr>
      <dsp:spPr>
        <a:xfrm>
          <a:off x="0" y="2408177"/>
          <a:ext cx="464690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7FA0A76-89B1-462B-95AD-E3AFCBA12A52}">
      <dsp:nvSpPr>
        <dsp:cNvPr id="0" name=""/>
        <dsp:cNvSpPr/>
      </dsp:nvSpPr>
      <dsp:spPr>
        <a:xfrm>
          <a:off x="0" y="2408177"/>
          <a:ext cx="4646905" cy="12032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DevOps Handbook: “Feature is only done when it performs in production.”</a:t>
          </a:r>
          <a:endParaRPr lang="en-US" sz="1800" kern="1200"/>
        </a:p>
      </dsp:txBody>
      <dsp:txXfrm>
        <a:off x="0" y="2408177"/>
        <a:ext cx="4646905" cy="12032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2544C7-6A23-44D9-8A14-179D3DD5C0CA}">
      <dsp:nvSpPr>
        <dsp:cNvPr id="0" name=""/>
        <dsp:cNvSpPr/>
      </dsp:nvSpPr>
      <dsp:spPr>
        <a:xfrm>
          <a:off x="0" y="438"/>
          <a:ext cx="40856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0030DE4-D103-4847-9083-2756D97A81E1}">
      <dsp:nvSpPr>
        <dsp:cNvPr id="0" name=""/>
        <dsp:cNvSpPr/>
      </dsp:nvSpPr>
      <dsp:spPr>
        <a:xfrm>
          <a:off x="0" y="438"/>
          <a:ext cx="4085665" cy="512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Alert fatigue and burnout.</a:t>
          </a:r>
        </a:p>
      </dsp:txBody>
      <dsp:txXfrm>
        <a:off x="0" y="438"/>
        <a:ext cx="4085665" cy="512904"/>
      </dsp:txXfrm>
    </dsp:sp>
    <dsp:sp modelId="{E7C2F130-015E-44FB-9B26-335BE52D0C76}">
      <dsp:nvSpPr>
        <dsp:cNvPr id="0" name=""/>
        <dsp:cNvSpPr/>
      </dsp:nvSpPr>
      <dsp:spPr>
        <a:xfrm>
          <a:off x="0" y="513342"/>
          <a:ext cx="408566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E964C0F-3A6E-40E5-9D0B-7F11D377EC92}">
      <dsp:nvSpPr>
        <dsp:cNvPr id="0" name=""/>
        <dsp:cNvSpPr/>
      </dsp:nvSpPr>
      <dsp:spPr>
        <a:xfrm>
          <a:off x="0" y="513342"/>
          <a:ext cx="4085665" cy="512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Poor handoff communication.</a:t>
          </a:r>
        </a:p>
      </dsp:txBody>
      <dsp:txXfrm>
        <a:off x="0" y="513342"/>
        <a:ext cx="4085665" cy="512904"/>
      </dsp:txXfrm>
    </dsp:sp>
    <dsp:sp modelId="{ECEB3890-0E90-412C-89BF-3A21A3D82666}">
      <dsp:nvSpPr>
        <dsp:cNvPr id="0" name=""/>
        <dsp:cNvSpPr/>
      </dsp:nvSpPr>
      <dsp:spPr>
        <a:xfrm>
          <a:off x="0" y="1026247"/>
          <a:ext cx="408566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CFA8DA4-D333-430B-AB23-E6BBFAD15E94}">
      <dsp:nvSpPr>
        <dsp:cNvPr id="0" name=""/>
        <dsp:cNvSpPr/>
      </dsp:nvSpPr>
      <dsp:spPr>
        <a:xfrm>
          <a:off x="0" y="1026247"/>
          <a:ext cx="4085665" cy="512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Lack of training for junior engineers.</a:t>
          </a:r>
        </a:p>
      </dsp:txBody>
      <dsp:txXfrm>
        <a:off x="0" y="1026247"/>
        <a:ext cx="4085665" cy="512904"/>
      </dsp:txXfrm>
    </dsp:sp>
    <dsp:sp modelId="{E415F5C3-2672-449B-84F8-EC28B5301C85}">
      <dsp:nvSpPr>
        <dsp:cNvPr id="0" name=""/>
        <dsp:cNvSpPr/>
      </dsp:nvSpPr>
      <dsp:spPr>
        <a:xfrm>
          <a:off x="0" y="1539151"/>
          <a:ext cx="408566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DDBB850-7FD8-4075-B0A4-B046ADDFAC41}">
      <dsp:nvSpPr>
        <dsp:cNvPr id="0" name=""/>
        <dsp:cNvSpPr/>
      </dsp:nvSpPr>
      <dsp:spPr>
        <a:xfrm>
          <a:off x="0" y="1539151"/>
          <a:ext cx="4085665" cy="512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Mitigations:</a:t>
          </a:r>
          <a:endParaRPr lang="en-US" sz="2000" kern="1200" dirty="0"/>
        </a:p>
      </dsp:txBody>
      <dsp:txXfrm>
        <a:off x="0" y="1539151"/>
        <a:ext cx="4085665" cy="512904"/>
      </dsp:txXfrm>
    </dsp:sp>
    <dsp:sp modelId="{0B1B488C-67F2-44F6-B1E2-C29000DEA457}">
      <dsp:nvSpPr>
        <dsp:cNvPr id="0" name=""/>
        <dsp:cNvSpPr/>
      </dsp:nvSpPr>
      <dsp:spPr>
        <a:xfrm>
          <a:off x="0" y="2052055"/>
          <a:ext cx="408566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4F5FB75-503A-4A8C-A05A-7E6D29F15CEF}">
      <dsp:nvSpPr>
        <dsp:cNvPr id="0" name=""/>
        <dsp:cNvSpPr/>
      </dsp:nvSpPr>
      <dsp:spPr>
        <a:xfrm>
          <a:off x="0" y="2052055"/>
          <a:ext cx="4085665" cy="512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Runbooks &amp; documentation.</a:t>
          </a:r>
        </a:p>
      </dsp:txBody>
      <dsp:txXfrm>
        <a:off x="0" y="2052055"/>
        <a:ext cx="4085665" cy="512904"/>
      </dsp:txXfrm>
    </dsp:sp>
    <dsp:sp modelId="{29871978-3116-48A5-9C8E-50642C978FFC}">
      <dsp:nvSpPr>
        <dsp:cNvPr id="0" name=""/>
        <dsp:cNvSpPr/>
      </dsp:nvSpPr>
      <dsp:spPr>
        <a:xfrm>
          <a:off x="0" y="2564959"/>
          <a:ext cx="40856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597AB37-4B94-437F-8A9B-0D095C57798D}">
      <dsp:nvSpPr>
        <dsp:cNvPr id="0" name=""/>
        <dsp:cNvSpPr/>
      </dsp:nvSpPr>
      <dsp:spPr>
        <a:xfrm>
          <a:off x="0" y="2564959"/>
          <a:ext cx="4085665" cy="512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Shadowing before live rotations.</a:t>
          </a:r>
        </a:p>
      </dsp:txBody>
      <dsp:txXfrm>
        <a:off x="0" y="2564959"/>
        <a:ext cx="4085665" cy="512904"/>
      </dsp:txXfrm>
    </dsp:sp>
    <dsp:sp modelId="{C77379F9-F61E-42A6-99D8-1F2FCD4E0D0E}">
      <dsp:nvSpPr>
        <dsp:cNvPr id="0" name=""/>
        <dsp:cNvSpPr/>
      </dsp:nvSpPr>
      <dsp:spPr>
        <a:xfrm>
          <a:off x="0" y="3077864"/>
          <a:ext cx="408566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348CA1C-5D06-4C8F-90D6-EC94755A4E86}">
      <dsp:nvSpPr>
        <dsp:cNvPr id="0" name=""/>
        <dsp:cNvSpPr/>
      </dsp:nvSpPr>
      <dsp:spPr>
        <a:xfrm>
          <a:off x="0" y="3077864"/>
          <a:ext cx="4085665" cy="512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Automated triage tooling.</a:t>
          </a:r>
        </a:p>
      </dsp:txBody>
      <dsp:txXfrm>
        <a:off x="0" y="3077864"/>
        <a:ext cx="4085665" cy="5129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3CA8E-E7D1-441D-BD1E-BEE74516BBA0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6376F-B37C-4DA9-9533-DB4CA47A9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19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6376F-B37C-4DA9-9533-DB4CA47A99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74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7DA22-D6E0-2AD9-6554-9EC3BADBC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20434-2435-5666-90B5-2CB80E3E2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A3844-F2E6-467B-3198-C978F028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3E7B-ED9D-478C-B881-4ED28BF9D592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59F5B-E1FD-134F-60CE-1C9043169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9328-EE65-4D6D-201E-B09A4631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4AA41-77C7-41DA-8108-81395CC3B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50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24CD-AC65-0E75-A1AC-E1A1BD796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C4C6C-26E7-1842-A823-D243D487C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0C62B-8E09-4BF2-7FA5-0B0C0D67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3E7B-ED9D-478C-B881-4ED28BF9D592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22F8E-B120-DED2-2561-49EAD116D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1E855-ACF5-11E5-27D5-FC9E4FE5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4AA41-77C7-41DA-8108-81395CC3B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5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BD320-4A55-1B2D-D94A-63C0070F5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57E0F-CC9D-D288-523E-3B9C8D57B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41840-AD52-9429-4FAF-D968EF360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3E7B-ED9D-478C-B881-4ED28BF9D592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D19AC-4099-C214-C721-46D557B21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B3A5A-F2CA-03E0-554F-67CDD3CF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4AA41-77C7-41DA-8108-81395CC3B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65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47DB6-3AA6-9D26-7F16-CF9665C48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B6CDF-89CB-B4F9-7A0C-FE69D4AF9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7458F-6ADF-C899-E63D-6367FAA1D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B83EA-88BA-6627-95B9-B8800412F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3E7B-ED9D-478C-B881-4ED28BF9D592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A171B-E65A-B02A-F36F-24762EC1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FB38C-5E8E-E370-4454-C2A585DA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4AA41-77C7-41DA-8108-81395CC3B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18AB-C4C3-3C74-7572-7F0FA8562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32DC0-F669-D6D9-71BC-38B7AB6CD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E2F84-D4C7-EA10-D5A5-06BE6055D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A4C1F-B605-457F-FBB6-F2B27A164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FEA24A-BA37-E036-C635-6D75741A86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00A7B0-EE4D-291D-4365-06802F8BF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3E7B-ED9D-478C-B881-4ED28BF9D592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B285E-4733-88A7-52AE-F460C7FD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2699C0-EECB-F404-669A-F01C2D64B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4AA41-77C7-41DA-8108-81395CC3B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96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5A6-B6DD-A3F3-0453-D57EDDA73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FA8F59-3B8F-E8A5-783E-BCC73971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3E7B-ED9D-478C-B881-4ED28BF9D592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43CEEE-A84C-0145-6275-ACBBE68B4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D15A1-3747-5FEA-7CE4-C2063139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4AA41-77C7-41DA-8108-81395CC3B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71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5BE65F-3A25-E286-1E4D-E4E54ACA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3E7B-ED9D-478C-B881-4ED28BF9D592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716CB-7D01-7946-42A2-4E03580E4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300BD-9401-6176-3FBE-961EAA20F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4AA41-77C7-41DA-8108-81395CC3B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0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760C-D937-4B6C-E00A-FFB8F0765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4D4BD-CFAF-15E8-1065-B9C1EEE05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0B76-B3D7-08AE-1CCD-6A5BA4ED4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FFD5F-3D56-4C20-D5EF-0A90581C1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3E7B-ED9D-478C-B881-4ED28BF9D592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C69A0-0DCB-1D8D-FE99-DA9A60B8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25E49-5BC0-4B29-377E-5704815B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4AA41-77C7-41DA-8108-81395CC3B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05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A3106-B91A-8664-7661-D33B9380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2D53D3-BB4F-9DDA-26F0-95B7D918E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06CC6-71CB-C490-4D8A-BA9E88FE5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808AB-704A-EF9B-8C03-132FF3A01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3E7B-ED9D-478C-B881-4ED28BF9D592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E197D-5234-6E35-CAFC-94BA7D0C2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F8AB1-66D0-204C-642D-3145DEC4D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4AA41-77C7-41DA-8108-81395CC3B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33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8E92-DEAB-954E-7A81-3E17F963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88F6D-91F4-804A-78BF-E83282538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DFEB6-C35D-007B-19FF-46C1CE4C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3E7B-ED9D-478C-B881-4ED28BF9D592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4E329-E4C5-6C66-0EBA-0E7AB7226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C2289-B646-8F8D-CBA1-D9DBEB8C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4AA41-77C7-41DA-8108-81395CC3B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0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379D7B-1116-A087-2B2D-97BCCF146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CA7F8-26EF-05F5-FCF8-6BCAA7397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D3AE7-F17F-20C3-2A31-ADFF97828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3E7B-ED9D-478C-B881-4ED28BF9D592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C83D1-A5DB-39B7-F0D3-6DFC818B5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56679-F2D0-C287-C52A-A76BD4FC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4AA41-77C7-41DA-8108-81395CC3B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79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75F9E4-FD4C-AE0A-B480-9BC9D489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CF5BE-E0AF-794E-CD7B-AF6A67D96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AE3EB-8D58-D163-CE56-9F4E7A746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EC3E7B-ED9D-478C-B881-4ED28BF9D592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C556A-2333-0286-FE95-60DE3EA07D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6F5A4-A110-9C8F-52B8-06AF55367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94AA41-77C7-41DA-8108-81395CC3B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8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hyperlink" Target="https://sre.google/workbook/on-call/" TargetMode="External"/><Relationship Id="rId7" Type="http://schemas.openxmlformats.org/officeDocument/2006/relationships/diagramColors" Target="../diagrams/colors4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hyperlink" Target="https://medium.com/@squadcast/on-call-rotation-a-complete-guide-to-best-practices-997b0da54499" TargetMode="External"/><Relationship Id="rId7" Type="http://schemas.openxmlformats.org/officeDocument/2006/relationships/diagramColors" Target="../diagrams/colors5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8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82DF4E-A965-8ED8-3CD0-FCD4DC2066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6379" b="18117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6D4D7D-E178-18E5-D1C0-11F475E8D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Pager Rotation Duties </a:t>
            </a:r>
            <a:br>
              <a:rPr lang="en-US" sz="5000">
                <a:solidFill>
                  <a:srgbClr val="FFFFFF"/>
                </a:solidFill>
              </a:rPr>
            </a:br>
            <a:r>
              <a:rPr lang="en-US" sz="5000">
                <a:solidFill>
                  <a:srgbClr val="FFFFFF"/>
                </a:solidFill>
              </a:rPr>
              <a:t>&amp; </a:t>
            </a:r>
            <a:br>
              <a:rPr lang="en-US" sz="5000">
                <a:solidFill>
                  <a:srgbClr val="FFFFFF"/>
                </a:solidFill>
              </a:rPr>
            </a:br>
            <a:r>
              <a:rPr lang="en-US" sz="5000">
                <a:solidFill>
                  <a:srgbClr val="FFFFFF"/>
                </a:solidFill>
              </a:rPr>
              <a:t>DevOps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2DB659-15C7-1CE2-E32C-88A7ADAE2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Kyle Marlia-Conner</a:t>
            </a:r>
          </a:p>
          <a:p>
            <a:r>
              <a:rPr lang="en-US" sz="2200">
                <a:solidFill>
                  <a:srgbClr val="FFFFFF"/>
                </a:solidFill>
              </a:rPr>
              <a:t>07/05/2025</a:t>
            </a:r>
          </a:p>
          <a:p>
            <a:r>
              <a:rPr lang="en-US" sz="2200">
                <a:solidFill>
                  <a:srgbClr val="FFFFFF"/>
                </a:solidFill>
              </a:rPr>
              <a:t>Module 7</a:t>
            </a:r>
          </a:p>
        </p:txBody>
      </p:sp>
    </p:spTree>
    <p:extLst>
      <p:ext uri="{BB962C8B-B14F-4D97-AF65-F5344CB8AC3E}">
        <p14:creationId xmlns:p14="http://schemas.microsoft.com/office/powerpoint/2010/main" val="2028497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3ED715-C7C5-1F2B-FC0B-CAC2B0893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What is Pager Rotation Duty?</a:t>
            </a:r>
          </a:p>
        </p:txBody>
      </p:sp>
      <p:pic>
        <p:nvPicPr>
          <p:cNvPr id="5" name="Picture 4" descr="Close-up of raised hands at office training with speaker out of focus in background">
            <a:extLst>
              <a:ext uri="{FF2B5EF4-FFF2-40B4-BE49-F238E27FC236}">
                <a16:creationId xmlns:a16="http://schemas.microsoft.com/office/drawing/2014/main" id="{5763AD21-FF46-C20D-4116-6B82B3923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5" r="2454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639113A-1461-D715-B3CC-81A5E474BC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1809699"/>
              </p:ext>
            </p:extLst>
          </p:nvPr>
        </p:nvGraphicFramePr>
        <p:xfrm>
          <a:off x="761800" y="2470244"/>
          <a:ext cx="5334197" cy="376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5123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7D8BBA-8B69-DB69-C245-0DE15A9C9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Why  a Shared Pager Rotation Matters</a:t>
            </a:r>
          </a:p>
        </p:txBody>
      </p:sp>
      <p:pic>
        <p:nvPicPr>
          <p:cNvPr id="6" name="Picture 5" descr="Hands moving forward">
            <a:extLst>
              <a:ext uri="{FF2B5EF4-FFF2-40B4-BE49-F238E27FC236}">
                <a16:creationId xmlns:a16="http://schemas.microsoft.com/office/drawing/2014/main" id="{3FD0F38E-CC98-CFED-D1DC-2C313B06C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4" r="18717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F7FFB8-FA94-73BE-A225-02E142629D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7024907"/>
              </p:ext>
            </p:extLst>
          </p:nvPr>
        </p:nvGraphicFramePr>
        <p:xfrm>
          <a:off x="761802" y="2743200"/>
          <a:ext cx="4646905" cy="3613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0013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llustration of people on a blockchain">
            <a:extLst>
              <a:ext uri="{FF2B5EF4-FFF2-40B4-BE49-F238E27FC236}">
                <a16:creationId xmlns:a16="http://schemas.microsoft.com/office/drawing/2014/main" id="{24ADADFC-FEB3-F2D4-FE7E-AEC1A61D4C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5" b="10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92B8F8-35AE-EA75-CC7C-8B371B43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Benefits of Pager Rotation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6D0E2A1-BAB0-0A29-131E-2432EE9FC0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45041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05859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ircuit board background">
            <a:extLst>
              <a:ext uri="{FF2B5EF4-FFF2-40B4-BE49-F238E27FC236}">
                <a16:creationId xmlns:a16="http://schemas.microsoft.com/office/drawing/2014/main" id="{34D876D2-39C8-48AA-DC4D-4F2AC66FCA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1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BC5475-7232-FBFA-A9F2-F73B8822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Best Practices (from </a:t>
            </a:r>
            <a:r>
              <a:rPr lang="en-US" dirty="0">
                <a:hlinkClick r:id="rId3"/>
              </a:rPr>
              <a:t>Google SRE</a:t>
            </a:r>
            <a:r>
              <a:rPr lang="en-US" dirty="0"/>
              <a:t>)</a:t>
            </a:r>
          </a:p>
        </p:txBody>
      </p:sp>
      <p:graphicFrame>
        <p:nvGraphicFramePr>
          <p:cNvPr id="12" name="Rectangle 1">
            <a:extLst>
              <a:ext uri="{FF2B5EF4-FFF2-40B4-BE49-F238E27FC236}">
                <a16:creationId xmlns:a16="http://schemas.microsoft.com/office/drawing/2014/main" id="{4FD01827-F3E4-73A1-8F33-EC6355B53A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70635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28318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abstract showing data flow">
            <a:extLst>
              <a:ext uri="{FF2B5EF4-FFF2-40B4-BE49-F238E27FC236}">
                <a16:creationId xmlns:a16="http://schemas.microsoft.com/office/drawing/2014/main" id="{E0D72B50-533C-BC66-FF8C-0371429A66E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13C6B2-C386-01C5-14CD-72B22C8C2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Best Practices (from </a:t>
            </a:r>
            <a:r>
              <a:rPr lang="en-US" dirty="0">
                <a:hlinkClick r:id="rId3"/>
              </a:rPr>
              <a:t>Squadcast</a:t>
            </a:r>
            <a:r>
              <a:rPr lang="en-US" dirty="0"/>
              <a:t>)</a:t>
            </a:r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D8BE26DC-4656-92E8-817D-A8098A87BE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289883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41913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B16B2E-70E8-42EF-C1E2-85E87F668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Real-World Implementation</a:t>
            </a:r>
          </a:p>
        </p:txBody>
      </p:sp>
      <p:pic>
        <p:nvPicPr>
          <p:cNvPr id="5" name="Picture 4" descr="Data displayed on screen">
            <a:extLst>
              <a:ext uri="{FF2B5EF4-FFF2-40B4-BE49-F238E27FC236}">
                <a16:creationId xmlns:a16="http://schemas.microsoft.com/office/drawing/2014/main" id="{61F6EFA6-4199-95B2-070D-D8F32BD9E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4" r="9726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5DECFD1-525C-59F1-C7CE-AD5DF6F378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6500623"/>
              </p:ext>
            </p:extLst>
          </p:nvPr>
        </p:nvGraphicFramePr>
        <p:xfrm>
          <a:off x="761802" y="2743200"/>
          <a:ext cx="4646905" cy="3613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0900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3AF19-0AEE-9696-ECF9-7F82C4E8E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871146"/>
            <a:ext cx="4085665" cy="1402470"/>
          </a:xfrm>
        </p:spPr>
        <p:txBody>
          <a:bodyPr anchor="t">
            <a:normAutofit/>
          </a:bodyPr>
          <a:lstStyle/>
          <a:p>
            <a:r>
              <a:rPr lang="en-US" sz="3200" dirty="0"/>
              <a:t>Common Challenges</a:t>
            </a:r>
            <a:br>
              <a:rPr lang="en-US" sz="3200" dirty="0"/>
            </a:br>
            <a:r>
              <a:rPr lang="en-US" sz="3200" dirty="0"/>
              <a:t>and Mitigations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D436CAD-19F3-C169-6E3A-E57EC72517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2"/>
          <a:stretch>
            <a:fillRect/>
          </a:stretch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D6206C-0A7C-C13F-3068-6877A6C588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6083599"/>
              </p:ext>
            </p:extLst>
          </p:nvPr>
        </p:nvGraphicFramePr>
        <p:xfrm>
          <a:off x="762000" y="2551176"/>
          <a:ext cx="4085665" cy="3591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4A5303C-1C30-C2FD-B72D-84BBBC2FB781}"/>
              </a:ext>
            </a:extLst>
          </p:cNvPr>
          <p:cNvSpPr txBox="1"/>
          <p:nvPr/>
        </p:nvSpPr>
        <p:spPr>
          <a:xfrm>
            <a:off x="762000" y="2181844"/>
            <a:ext cx="4136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Challenges:</a:t>
            </a:r>
          </a:p>
        </p:txBody>
      </p:sp>
    </p:spTree>
    <p:extLst>
      <p:ext uri="{BB962C8B-B14F-4D97-AF65-F5344CB8AC3E}">
        <p14:creationId xmlns:p14="http://schemas.microsoft.com/office/powerpoint/2010/main" val="2654659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7FAB61-143D-A246-24A6-B290E2FCD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US" dirty="0"/>
              <a:t>References</a:t>
            </a:r>
          </a:p>
        </p:txBody>
      </p:sp>
      <p:pic>
        <p:nvPicPr>
          <p:cNvPr id="5" name="Picture 4" descr="Books on a shelf">
            <a:extLst>
              <a:ext uri="{FF2B5EF4-FFF2-40B4-BE49-F238E27FC236}">
                <a16:creationId xmlns:a16="http://schemas.microsoft.com/office/drawing/2014/main" id="{B6E0B4F2-82A5-BE22-8053-AB9CD481D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81" r="16885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727DEE-23A8-4948-937A-723A23D9E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lvl="0"/>
            <a:r>
              <a:rPr lang="en-US" sz="1100" dirty="0"/>
              <a:t>Squadcast. (2025, February 27). </a:t>
            </a:r>
            <a:r>
              <a:rPr lang="en-US" sz="1100" i="1" dirty="0"/>
              <a:t>On-call rotation: A complete guide to best practices</a:t>
            </a:r>
            <a:r>
              <a:rPr lang="en-US" sz="1100" dirty="0"/>
              <a:t>. Medium. https://medium.com/@squadcast/on-call-rotation-a-complete-guide-to-best-practices-997b0da54499 </a:t>
            </a:r>
          </a:p>
          <a:p>
            <a:pPr lvl="0"/>
            <a:r>
              <a:rPr lang="en-US" sz="1100" dirty="0"/>
              <a:t>Wade, J. (2020, August 21). </a:t>
            </a:r>
            <a:r>
              <a:rPr lang="en-US" sz="1100" i="1" dirty="0"/>
              <a:t>Who’s bug is it anyway? AKA handling the on-call </a:t>
            </a:r>
            <a:r>
              <a:rPr lang="en-US" sz="1100" i="1" dirty="0" err="1"/>
              <a:t>rota</a:t>
            </a:r>
            <a:r>
              <a:rPr lang="en-US" sz="1100" dirty="0"/>
              <a:t>. DEV Community. https://dev.to/jpswade/who-s-bug-is-it-anyway-aka-handling-the-on-call-rota-11m6 </a:t>
            </a:r>
          </a:p>
          <a:p>
            <a:pPr lvl="0"/>
            <a:r>
              <a:rPr lang="en-US" sz="1100" dirty="0"/>
              <a:t>Blog, N. T. (2018, May 17). </a:t>
            </a:r>
            <a:r>
              <a:rPr lang="en-US" sz="1100" i="1" dirty="0"/>
              <a:t>Full cycle developers at Netflix</a:t>
            </a:r>
            <a:r>
              <a:rPr lang="en-US" sz="1100" dirty="0"/>
              <a:t>. Medium. https://netflixtechblog.com/full-cycle-developers-at-netflix-a08c31f83249 </a:t>
            </a:r>
          </a:p>
          <a:p>
            <a:pPr lvl="0"/>
            <a:r>
              <a:rPr lang="en-US" sz="1100" dirty="0"/>
              <a:t>Cook, O., Smollett, S., &amp; Spadaccini, A. (n.d.). </a:t>
            </a:r>
            <a:r>
              <a:rPr lang="en-US" sz="1100" i="1" dirty="0"/>
              <a:t>On-call</a:t>
            </a:r>
            <a:r>
              <a:rPr lang="en-US" sz="1100" dirty="0"/>
              <a:t>. Google SRE - On-Call Rotations: A Comprehensive Guide. https://sre.google/workbook/on-call/ </a:t>
            </a:r>
          </a:p>
          <a:p>
            <a:pPr lvl="0"/>
            <a:r>
              <a:rPr lang="en-US" sz="1100" dirty="0"/>
              <a:t>Kim, G., Humble, J., Debois, P., Willis, J., Forsgren, N., &amp; </a:t>
            </a:r>
            <a:r>
              <a:rPr lang="en-US" sz="1100" dirty="0" err="1"/>
              <a:t>Allspaw</a:t>
            </a:r>
            <a:r>
              <a:rPr lang="en-US" sz="1100" dirty="0"/>
              <a:t>, J. (2021a). </a:t>
            </a:r>
            <a:r>
              <a:rPr lang="en-US" sz="1100" i="1" dirty="0"/>
              <a:t>The </a:t>
            </a:r>
            <a:r>
              <a:rPr lang="en-US" sz="1100" i="1" dirty="0" err="1"/>
              <a:t>devops</a:t>
            </a:r>
            <a:r>
              <a:rPr lang="en-US" sz="1100" i="1" dirty="0"/>
              <a:t> handbook: How to create world-class agility, reliability, &amp; Security in Technology Organizations</a:t>
            </a:r>
            <a:r>
              <a:rPr lang="en-US" sz="1100" dirty="0"/>
              <a:t>. IT Revolution Press. </a:t>
            </a:r>
          </a:p>
          <a:p>
            <a:pPr lvl="0"/>
            <a:r>
              <a:rPr lang="en-US" sz="1100" dirty="0"/>
              <a:t>Atlassian. (n.d.-a). </a:t>
            </a:r>
            <a:r>
              <a:rPr lang="en-US" sz="1100" i="1" dirty="0"/>
              <a:t>Is “you built it, you run it” living up to the hype??</a:t>
            </a:r>
            <a:r>
              <a:rPr lang="en-US" sz="1100" dirty="0"/>
              <a:t> https://www.atlassian.com/incident-management/devops/you-built-it-you-run-it 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30899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512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Pager Rotation Duties  &amp;  DevOps</vt:lpstr>
      <vt:lpstr>What is Pager Rotation Duty?</vt:lpstr>
      <vt:lpstr>Why  a Shared Pager Rotation Matters</vt:lpstr>
      <vt:lpstr>Benefits of Pager Rotation</vt:lpstr>
      <vt:lpstr>Best Practices (from Google SRE)</vt:lpstr>
      <vt:lpstr>Best Practices (from Squadcast)</vt:lpstr>
      <vt:lpstr>Real-World Implementation</vt:lpstr>
      <vt:lpstr>Common Challenges and Mitigations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Marlia-Conner</dc:creator>
  <cp:lastModifiedBy>Kyle Marlia-Conner</cp:lastModifiedBy>
  <cp:revision>3</cp:revision>
  <dcterms:created xsi:type="dcterms:W3CDTF">2025-07-06T08:03:22Z</dcterms:created>
  <dcterms:modified xsi:type="dcterms:W3CDTF">2025-07-07T05:06:14Z</dcterms:modified>
</cp:coreProperties>
</file>